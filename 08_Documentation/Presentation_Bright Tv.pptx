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1" r:id="rId3"/>
    <p:sldId id="258" r:id="rId4"/>
    <p:sldId id="257" r:id="rId5"/>
    <p:sldId id="272" r:id="rId6"/>
    <p:sldId id="262" r:id="rId7"/>
    <p:sldId id="260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295E"/>
    <a:srgbClr val="7F7F7F"/>
    <a:srgbClr val="404040"/>
    <a:srgbClr val="A6A6A6"/>
    <a:srgbClr val="F2F2F2"/>
    <a:srgbClr val="BFBFBF"/>
    <a:srgbClr val="E37777"/>
    <a:srgbClr val="64A4CA"/>
    <a:srgbClr val="66C5F3"/>
    <a:srgbClr val="F2C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38" y="60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CE295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rgbClr val="7F7F7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rgbClr val="A6A6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Sheet1!$A$2:$A$5</c:f>
              <c:strCache>
                <c:ptCount val="4"/>
                <c:pt idx="0">
                  <c:v>Lorem Ipsum 01</c:v>
                </c:pt>
                <c:pt idx="1">
                  <c:v>Lorem Ipsum 02</c:v>
                </c:pt>
                <c:pt idx="2">
                  <c:v>Lorem Ipsum 03</c:v>
                </c:pt>
                <c:pt idx="3">
                  <c:v>Lorem Ipsum 04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[Big_Code.xlsx]Charts!PivotTable1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Charts!$B$3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Charts!$A$4:$A$14</c:f>
              <c:strCache>
                <c:ptCount val="10"/>
                <c:pt idx="0">
                  <c:v>Eastern Cape</c:v>
                </c:pt>
                <c:pt idx="1">
                  <c:v>Free State</c:v>
                </c:pt>
                <c:pt idx="2">
                  <c:v>Gauteng</c:v>
                </c:pt>
                <c:pt idx="3">
                  <c:v>Kwazulu Natal</c:v>
                </c:pt>
                <c:pt idx="4">
                  <c:v>Limpopo</c:v>
                </c:pt>
                <c:pt idx="5">
                  <c:v>Mpumalanga</c:v>
                </c:pt>
                <c:pt idx="6">
                  <c:v>North West</c:v>
                </c:pt>
                <c:pt idx="7">
                  <c:v>Northern Cape</c:v>
                </c:pt>
                <c:pt idx="8">
                  <c:v>Uncategorized</c:v>
                </c:pt>
                <c:pt idx="9">
                  <c:v>Western Cape</c:v>
                </c:pt>
              </c:strCache>
            </c:strRef>
          </c:cat>
          <c:val>
            <c:numRef>
              <c:f>Charts!$B$4:$B$14</c:f>
              <c:numCache>
                <c:formatCode>General</c:formatCode>
                <c:ptCount val="10"/>
                <c:pt idx="0">
                  <c:v>690</c:v>
                </c:pt>
                <c:pt idx="1">
                  <c:v>292</c:v>
                </c:pt>
                <c:pt idx="2">
                  <c:v>3654</c:v>
                </c:pt>
                <c:pt idx="3">
                  <c:v>1001</c:v>
                </c:pt>
                <c:pt idx="4">
                  <c:v>763</c:v>
                </c:pt>
                <c:pt idx="5">
                  <c:v>918</c:v>
                </c:pt>
                <c:pt idx="6">
                  <c:v>344</c:v>
                </c:pt>
                <c:pt idx="7">
                  <c:v>230</c:v>
                </c:pt>
                <c:pt idx="8">
                  <c:v>263</c:v>
                </c:pt>
                <c:pt idx="9">
                  <c:v>1845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F5-4B3D-B509-C4B1DB1BA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10828111"/>
        <c:axId val="1010834767"/>
      </c:barChart>
      <c:catAx>
        <c:axId val="10108281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0834767"/>
        <c:crosses val="autoZero"/>
        <c:auto val="1"/>
        <c:lblAlgn val="ctr"/>
        <c:lblOffset val="100"/>
        <c:noMultiLvlLbl val="0"/>
      </c:catAx>
      <c:valAx>
        <c:axId val="10108347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082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[Big_Code.xlsx]Charts!PivotTable5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7.8214172938094018E-2"/>
          <c:y val="5.6543516417654864E-2"/>
          <c:w val="0.75806368488703568"/>
          <c:h val="0.843664882914508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Charts!$B$27:$B$28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Charts!$A$29:$A$34</c:f>
              <c:strCache>
                <c:ptCount val="5"/>
                <c:pt idx="0">
                  <c:v>Adult</c:v>
                </c:pt>
                <c:pt idx="1">
                  <c:v>Elder</c:v>
                </c:pt>
                <c:pt idx="2">
                  <c:v>Pensioner</c:v>
                </c:pt>
                <c:pt idx="3">
                  <c:v>Teenager</c:v>
                </c:pt>
                <c:pt idx="4">
                  <c:v>Youth</c:v>
                </c:pt>
              </c:strCache>
            </c:strRef>
          </c:cat>
          <c:val>
            <c:numRef>
              <c:f>Charts!$B$29:$B$34</c:f>
              <c:numCache>
                <c:formatCode>General</c:formatCode>
                <c:ptCount val="5"/>
                <c:pt idx="0">
                  <c:v>29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92-43DF-BC44-6B99279FFF89}"/>
            </c:ext>
          </c:extLst>
        </c:ser>
        <c:ser>
          <c:idx val="1"/>
          <c:order val="1"/>
          <c:tx>
            <c:strRef>
              <c:f>Charts!$C$27:$C$28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Charts!$A$29:$A$34</c:f>
              <c:strCache>
                <c:ptCount val="5"/>
                <c:pt idx="0">
                  <c:v>Adult</c:v>
                </c:pt>
                <c:pt idx="1">
                  <c:v>Elder</c:v>
                </c:pt>
                <c:pt idx="2">
                  <c:v>Pensioner</c:v>
                </c:pt>
                <c:pt idx="3">
                  <c:v>Teenager</c:v>
                </c:pt>
                <c:pt idx="4">
                  <c:v>Youth</c:v>
                </c:pt>
              </c:strCache>
            </c:strRef>
          </c:cat>
          <c:val>
            <c:numRef>
              <c:f>Charts!$C$29:$C$34</c:f>
              <c:numCache>
                <c:formatCode>General</c:formatCode>
                <c:ptCount val="5"/>
                <c:pt idx="0">
                  <c:v>52</c:v>
                </c:pt>
                <c:pt idx="1">
                  <c:v>14</c:v>
                </c:pt>
                <c:pt idx="2">
                  <c:v>2</c:v>
                </c:pt>
                <c:pt idx="3">
                  <c:v>10</c:v>
                </c:pt>
                <c:pt idx="4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92-43DF-BC44-6B99279FFF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9236943"/>
        <c:axId val="1019232783"/>
      </c:barChart>
      <c:catAx>
        <c:axId val="101923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9232783"/>
        <c:crosses val="autoZero"/>
        <c:auto val="1"/>
        <c:lblAlgn val="ctr"/>
        <c:lblOffset val="100"/>
        <c:noMultiLvlLbl val="0"/>
      </c:catAx>
      <c:valAx>
        <c:axId val="1019232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9236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[Big_Code.xlsx]Charts!PivotTable2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Sessions</a:t>
            </a:r>
            <a:r>
              <a:rPr lang="en-US" baseline="0"/>
              <a:t> by Month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Charts!$B$115:$B$116</c:f>
              <c:strCache>
                <c:ptCount val="1"/>
                <c:pt idx="0">
                  <c:v>weekday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Charts!$A$117:$A$120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Charts!$B$117:$B$120</c:f>
              <c:numCache>
                <c:formatCode>General</c:formatCode>
                <c:ptCount val="3"/>
                <c:pt idx="0">
                  <c:v>1505</c:v>
                </c:pt>
                <c:pt idx="1">
                  <c:v>2074</c:v>
                </c:pt>
                <c:pt idx="2">
                  <c:v>3368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87-4338-8428-28A7D1E9DA7F}"/>
            </c:ext>
          </c:extLst>
        </c:ser>
        <c:ser>
          <c:idx val="1"/>
          <c:order val="1"/>
          <c:tx>
            <c:strRef>
              <c:f>Charts!$C$115:$C$116</c:f>
              <c:strCache>
                <c:ptCount val="1"/>
                <c:pt idx="0">
                  <c:v>weekend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Charts!$A$117:$A$120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Charts!$C$117:$C$120</c:f>
              <c:numCache>
                <c:formatCode>General</c:formatCode>
                <c:ptCount val="3"/>
                <c:pt idx="0">
                  <c:v>698</c:v>
                </c:pt>
                <c:pt idx="1">
                  <c:v>902</c:v>
                </c:pt>
                <c:pt idx="2">
                  <c:v>1453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87-4338-8428-28A7D1E9D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9294495"/>
        <c:axId val="29294911"/>
      </c:lineChart>
      <c:catAx>
        <c:axId val="29294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94911"/>
        <c:crosses val="autoZero"/>
        <c:auto val="1"/>
        <c:lblAlgn val="ctr"/>
        <c:lblOffset val="100"/>
        <c:noMultiLvlLbl val="0"/>
      </c:catAx>
      <c:valAx>
        <c:axId val="29294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94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[Big_Code.xlsx]Charts!PivotTable6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Sessions by Time of 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Charts!$B$47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Charts!$A$48:$A$52</c:f>
              <c:strCache>
                <c:ptCount val="4"/>
                <c:pt idx="0">
                  <c:v>01. Midnight</c:v>
                </c:pt>
                <c:pt idx="1">
                  <c:v>02. Morning</c:v>
                </c:pt>
                <c:pt idx="2">
                  <c:v>03. Afternoon</c:v>
                </c:pt>
                <c:pt idx="3">
                  <c:v>04. Evening</c:v>
                </c:pt>
              </c:strCache>
            </c:strRef>
          </c:cat>
          <c:val>
            <c:numRef>
              <c:f>Charts!$B$48:$B$52</c:f>
              <c:numCache>
                <c:formatCode>General</c:formatCode>
                <c:ptCount val="4"/>
                <c:pt idx="0">
                  <c:v>81</c:v>
                </c:pt>
                <c:pt idx="1">
                  <c:v>202</c:v>
                </c:pt>
                <c:pt idx="2">
                  <c:v>197</c:v>
                </c:pt>
                <c:pt idx="3">
                  <c:v>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45-42D4-A267-290A235B4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9229039"/>
        <c:axId val="1019230703"/>
      </c:barChart>
      <c:catAx>
        <c:axId val="1019229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9230703"/>
        <c:crosses val="autoZero"/>
        <c:auto val="1"/>
        <c:lblAlgn val="ctr"/>
        <c:lblOffset val="100"/>
        <c:noMultiLvlLbl val="0"/>
      </c:catAx>
      <c:valAx>
        <c:axId val="1019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922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[Big_Code.xlsx]Charts!PivotTable8</c:name>
    <c:fmtId val="1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31710708529509501"/>
          <c:y val="6.9170832348420558E-2"/>
          <c:w val="0.49370130778292187"/>
          <c:h val="0.8422984904782082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Charts!$B$87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Charts!$A$88:$A$98</c:f>
              <c:strCache>
                <c:ptCount val="10"/>
                <c:pt idx="0">
                  <c:v>Africa Magic</c:v>
                </c:pt>
                <c:pt idx="1">
                  <c:v>Boomerang</c:v>
                </c:pt>
                <c:pt idx="2">
                  <c:v>Cartoon Network</c:v>
                </c:pt>
                <c:pt idx="3">
                  <c:v>Channel O</c:v>
                </c:pt>
                <c:pt idx="4">
                  <c:v>CNN</c:v>
                </c:pt>
                <c:pt idx="5">
                  <c:v>E! Entertainment</c:v>
                </c:pt>
                <c:pt idx="6">
                  <c:v>ICC Cricket World Cup 2011</c:v>
                </c:pt>
                <c:pt idx="7">
                  <c:v>Live Events</c:v>
                </c:pt>
                <c:pt idx="8">
                  <c:v>SuperSport Blitz</c:v>
                </c:pt>
                <c:pt idx="9">
                  <c:v>Trace TV</c:v>
                </c:pt>
              </c:strCache>
            </c:strRef>
          </c:cat>
          <c:val>
            <c:numRef>
              <c:f>Charts!$B$88:$B$98</c:f>
              <c:numCache>
                <c:formatCode>General</c:formatCode>
                <c:ptCount val="10"/>
                <c:pt idx="0">
                  <c:v>859</c:v>
                </c:pt>
                <c:pt idx="1">
                  <c:v>714</c:v>
                </c:pt>
                <c:pt idx="2">
                  <c:v>793</c:v>
                </c:pt>
                <c:pt idx="3">
                  <c:v>1050</c:v>
                </c:pt>
                <c:pt idx="4">
                  <c:v>505</c:v>
                </c:pt>
                <c:pt idx="5">
                  <c:v>367</c:v>
                </c:pt>
                <c:pt idx="6">
                  <c:v>1465</c:v>
                </c:pt>
                <c:pt idx="7">
                  <c:v>1771</c:v>
                </c:pt>
                <c:pt idx="8">
                  <c:v>896</c:v>
                </c:pt>
                <c:pt idx="9">
                  <c:v>952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E7-4D5B-8F8F-509E7EFB0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86593615"/>
        <c:axId val="886591119"/>
      </c:barChart>
      <c:catAx>
        <c:axId val="8865936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6591119"/>
        <c:crosses val="autoZero"/>
        <c:auto val="1"/>
        <c:lblAlgn val="ctr"/>
        <c:lblOffset val="100"/>
        <c:noMultiLvlLbl val="0"/>
      </c:catAx>
      <c:valAx>
        <c:axId val="8865911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6593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023A0-2B54-4E79-AA20-143385AB9A6C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8DEA9-6F4F-4540-9E5D-C6F39079A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AFCD-CC86-4465-AD95-85D2B934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07509-85B2-495C-82A8-989CA9862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B0AA9-8E90-484A-ADD9-31AA1A5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8E9EE-6889-428D-B6A1-8BAC3E3F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D2A5-6CD9-436C-958A-CC73AA34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6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58F3-6311-4BBF-9C0A-1ADA7A27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498598"/>
          </a:xfrm>
        </p:spPr>
        <p:txBody>
          <a:bodyPr lIns="0" tIns="0" rIns="0" bIns="0" anchor="t">
            <a:spAutoFit/>
          </a:bodyPr>
          <a:lstStyle>
            <a:lvl1pPr algn="ctr">
              <a:defRPr sz="36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6F3C5-5D77-43F9-92A6-DE0777BB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4FB46-0511-4A20-A9DA-85B06B5DF611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83AD1-0683-4B68-832E-79E5AC88DF1C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2F141-1AB9-4751-90A0-65BD481D8563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255E-A54B-4118-B827-E0382D3A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3619BB-9A09-40D9-A9F1-A026ABABCFBF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6B9428-3B49-42EA-ACD3-FF049EF21512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069E56F-ACCE-4A35-B24D-58EA37E4CEA1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65AED1-A4C5-416C-90F3-39CC10CEEAF1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1431DD-99C5-48BB-92EB-730E9F76D556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382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129C65-954E-43EB-9F6A-C97D1F5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9F7F1-EEC7-46BD-A1BF-A84E2080AB06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97E84-B24C-45E1-B5E2-2055DC460E2B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6CD30-C1F7-4F1C-A2BE-296375984BEE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BA262D7-A96F-4408-8F02-4886014B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309FA6-F672-455E-955D-B63C2E15B767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4FEBCF0-94B1-404B-8C9F-2DCA574C8B2D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76D0EC6-9588-45EE-90D4-6E4C69D39683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87DA7BA-10C8-4993-9A03-3A5333A3916C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BB0092-77B4-406B-A737-5C223E99A5A5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38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9117-0F16-48ED-9718-C5D0984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745ED-7A57-4683-810C-5E500392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B1BF-AD50-4239-805D-33B3AEE52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79871-3CD6-4A1B-A275-2552C7E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1636-41B2-41A0-9EEE-E0104F88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8" b="5877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0207C-E81D-4E79-9654-07E51237BC3C}"/>
              </a:ext>
            </a:extLst>
          </p:cNvPr>
          <p:cNvSpPr/>
          <p:nvPr/>
        </p:nvSpPr>
        <p:spPr>
          <a:xfrm rot="18900000">
            <a:off x="9999285" y="328273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</a:extLst>
          </p:cNvPr>
          <p:cNvSpPr/>
          <p:nvPr/>
        </p:nvSpPr>
        <p:spPr>
          <a:xfrm rot="18900000">
            <a:off x="966781" y="417666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111C5-A78D-479B-8C31-7C75D54750E4}"/>
              </a:ext>
            </a:extLst>
          </p:cNvPr>
          <p:cNvSpPr/>
          <p:nvPr/>
        </p:nvSpPr>
        <p:spPr>
          <a:xfrm>
            <a:off x="360470" y="297509"/>
            <a:ext cx="11471060" cy="6262983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07CD1A-2477-48CA-8693-2133EA1C329A}"/>
              </a:ext>
            </a:extLst>
          </p:cNvPr>
          <p:cNvGrpSpPr/>
          <p:nvPr/>
        </p:nvGrpSpPr>
        <p:grpSpPr>
          <a:xfrm>
            <a:off x="4167698" y="1224091"/>
            <a:ext cx="3856603" cy="4409819"/>
            <a:chOff x="4167698" y="1500698"/>
            <a:chExt cx="3856603" cy="440981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5D1319-7BD4-47DE-B3DF-55B655BB34C4}"/>
                </a:ext>
              </a:extLst>
            </p:cNvPr>
            <p:cNvSpPr/>
            <p:nvPr/>
          </p:nvSpPr>
          <p:spPr>
            <a:xfrm rot="18900000">
              <a:off x="4167698" y="1500698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A6B26EE-CB0C-4C1C-981C-B7972827533E}"/>
                </a:ext>
              </a:extLst>
            </p:cNvPr>
            <p:cNvSpPr/>
            <p:nvPr/>
          </p:nvSpPr>
          <p:spPr>
            <a:xfrm rot="18900000">
              <a:off x="4167699" y="2053915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2575420" y="2926909"/>
            <a:ext cx="687739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Bright TV Analysis Report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C445D-99BF-4BD6-A87A-9AB46C82F7C1}"/>
              </a:ext>
            </a:extLst>
          </p:cNvPr>
          <p:cNvSpPr txBox="1"/>
          <p:nvPr/>
        </p:nvSpPr>
        <p:spPr>
          <a:xfrm>
            <a:off x="3524250" y="3679109"/>
            <a:ext cx="51435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- Matete Mokoena-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457E54-1FC4-4040-9DF5-1D27FD6BBD8C}"/>
              </a:ext>
            </a:extLst>
          </p:cNvPr>
          <p:cNvSpPr/>
          <p:nvPr/>
        </p:nvSpPr>
        <p:spPr>
          <a:xfrm rot="18900000">
            <a:off x="-6742765" y="-1434593"/>
            <a:ext cx="3681702" cy="3681702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1FF3AA5-65B8-4250-9FA5-E730BA5D93C8}"/>
              </a:ext>
            </a:extLst>
          </p:cNvPr>
          <p:cNvSpPr/>
          <p:nvPr/>
        </p:nvSpPr>
        <p:spPr>
          <a:xfrm>
            <a:off x="9593942" y="5808574"/>
            <a:ext cx="2293258" cy="1049426"/>
          </a:xfrm>
          <a:custGeom>
            <a:avLst/>
            <a:gdLst>
              <a:gd name="connsiteX0" fmla="*/ 1146629 w 2293258"/>
              <a:gd name="connsiteY0" fmla="*/ 0 h 1049426"/>
              <a:gd name="connsiteX1" fmla="*/ 1312564 w 2293258"/>
              <a:gd name="connsiteY1" fmla="*/ 68733 h 1049426"/>
              <a:gd name="connsiteX2" fmla="*/ 2293258 w 2293258"/>
              <a:gd name="connsiteY2" fmla="*/ 1049426 h 1049426"/>
              <a:gd name="connsiteX3" fmla="*/ 0 w 2293258"/>
              <a:gd name="connsiteY3" fmla="*/ 1049426 h 1049426"/>
              <a:gd name="connsiteX4" fmla="*/ 980694 w 2293258"/>
              <a:gd name="connsiteY4" fmla="*/ 68733 h 1049426"/>
              <a:gd name="connsiteX5" fmla="*/ 1146629 w 2293258"/>
              <a:gd name="connsiteY5" fmla="*/ 0 h 10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3258" h="1049426">
                <a:moveTo>
                  <a:pt x="1146629" y="0"/>
                </a:moveTo>
                <a:cubicBezTo>
                  <a:pt x="1206686" y="0"/>
                  <a:pt x="1266742" y="22911"/>
                  <a:pt x="1312564" y="68733"/>
                </a:cubicBezTo>
                <a:lnTo>
                  <a:pt x="2293258" y="1049426"/>
                </a:lnTo>
                <a:lnTo>
                  <a:pt x="0" y="1049426"/>
                </a:lnTo>
                <a:lnTo>
                  <a:pt x="980694" y="68733"/>
                </a:lnTo>
                <a:cubicBezTo>
                  <a:pt x="1026516" y="22911"/>
                  <a:pt x="1086572" y="0"/>
                  <a:pt x="1146629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CCD400-5AC0-46BA-AF0D-532EA062DDFE}"/>
              </a:ext>
            </a:extLst>
          </p:cNvPr>
          <p:cNvSpPr/>
          <p:nvPr/>
        </p:nvSpPr>
        <p:spPr>
          <a:xfrm>
            <a:off x="0" y="0"/>
            <a:ext cx="2739184" cy="2840643"/>
          </a:xfrm>
          <a:custGeom>
            <a:avLst/>
            <a:gdLst>
              <a:gd name="connsiteX0" fmla="*/ 0 w 2739184"/>
              <a:gd name="connsiteY0" fmla="*/ 0 h 2840643"/>
              <a:gd name="connsiteX1" fmla="*/ 2501897 w 2739184"/>
              <a:gd name="connsiteY1" fmla="*/ 0 h 2840643"/>
              <a:gd name="connsiteX2" fmla="*/ 2619703 w 2739184"/>
              <a:gd name="connsiteY2" fmla="*/ 117806 h 2840643"/>
              <a:gd name="connsiteX3" fmla="*/ 2619703 w 2739184"/>
              <a:gd name="connsiteY3" fmla="*/ 694710 h 2840643"/>
              <a:gd name="connsiteX4" fmla="*/ 593251 w 2739184"/>
              <a:gd name="connsiteY4" fmla="*/ 2721162 h 2840643"/>
              <a:gd name="connsiteX5" fmla="*/ 16347 w 2739184"/>
              <a:gd name="connsiteY5" fmla="*/ 2721162 h 2840643"/>
              <a:gd name="connsiteX6" fmla="*/ 0 w 2739184"/>
              <a:gd name="connsiteY6" fmla="*/ 2704815 h 2840643"/>
              <a:gd name="connsiteX7" fmla="*/ 0 w 2739184"/>
              <a:gd name="connsiteY7" fmla="*/ 0 h 28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9184" h="2840643">
                <a:moveTo>
                  <a:pt x="0" y="0"/>
                </a:moveTo>
                <a:lnTo>
                  <a:pt x="2501897" y="0"/>
                </a:lnTo>
                <a:lnTo>
                  <a:pt x="2619703" y="117806"/>
                </a:lnTo>
                <a:cubicBezTo>
                  <a:pt x="2779011" y="277113"/>
                  <a:pt x="2779011" y="535403"/>
                  <a:pt x="2619703" y="694710"/>
                </a:cubicBezTo>
                <a:lnTo>
                  <a:pt x="593251" y="2721162"/>
                </a:lnTo>
                <a:cubicBezTo>
                  <a:pt x="433944" y="2880470"/>
                  <a:pt x="175654" y="2880470"/>
                  <a:pt x="16347" y="2721162"/>
                </a:cubicBezTo>
                <a:lnTo>
                  <a:pt x="0" y="270481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684" y="2255154"/>
            <a:ext cx="790293" cy="79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4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243" y="240365"/>
            <a:ext cx="10515600" cy="74789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Bright Tv</a:t>
            </a:r>
            <a:br>
              <a:rPr lang="en-US" dirty="0"/>
            </a:br>
            <a:r>
              <a:rPr lang="en-US" sz="1800" cap="none" dirty="0"/>
              <a:t>at a glance </a:t>
            </a:r>
            <a:endParaRPr lang="en-US" sz="18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390651" y="2457450"/>
            <a:ext cx="9655628" cy="2861042"/>
            <a:chOff x="1537608" y="2065564"/>
            <a:chExt cx="9429749" cy="22895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1550221-8258-42F2-8C5D-7698C3085D53}"/>
                </a:ext>
              </a:extLst>
            </p:cNvPr>
            <p:cNvGrpSpPr/>
            <p:nvPr/>
          </p:nvGrpSpPr>
          <p:grpSpPr>
            <a:xfrm>
              <a:off x="1537608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ADA208-E23E-4B7A-8B30-503644571020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4,386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5AF9DE5-C8D3-43F1-8647-AA7713F1FCEF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Total Subscribers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1550221-8258-42F2-8C5D-7698C3085D53}"/>
                </a:ext>
              </a:extLst>
            </p:cNvPr>
            <p:cNvGrpSpPr/>
            <p:nvPr/>
          </p:nvGrpSpPr>
          <p:grpSpPr>
            <a:xfrm>
              <a:off x="4705350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DADA208-E23E-4B7A-8B30-503644571020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10,00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5AF9DE5-C8D3-43F1-8647-AA7713F1FCEF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Total Sessions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1550221-8258-42F2-8C5D-7698C3085D53}"/>
                </a:ext>
              </a:extLst>
            </p:cNvPr>
            <p:cNvGrpSpPr/>
            <p:nvPr/>
          </p:nvGrpSpPr>
          <p:grpSpPr>
            <a:xfrm>
              <a:off x="8186058" y="2065564"/>
              <a:ext cx="2781299" cy="2289542"/>
              <a:chOff x="304800" y="1577182"/>
              <a:chExt cx="3419021" cy="2214588"/>
            </a:xfrm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DADA208-E23E-4B7A-8B30-503644571020}"/>
                  </a:ext>
                </a:extLst>
              </p:cNvPr>
              <p:cNvSpPr/>
              <p:nvPr/>
            </p:nvSpPr>
            <p:spPr>
              <a:xfrm>
                <a:off x="304800" y="1577182"/>
                <a:ext cx="3419021" cy="1795488"/>
              </a:xfrm>
              <a:prstGeom prst="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3600" b="1" dirty="0">
                    <a:latin typeface="+mj-lt"/>
                  </a:rPr>
                  <a:t>9.1 mins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AF9DE5-C8D3-43F1-8647-AA7713F1FCEF}"/>
                  </a:ext>
                </a:extLst>
              </p:cNvPr>
              <p:cNvSpPr/>
              <p:nvPr/>
            </p:nvSpPr>
            <p:spPr>
              <a:xfrm>
                <a:off x="304800" y="3372670"/>
                <a:ext cx="3419021" cy="4191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AVG  Watch Time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8139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5517C826-C471-4169-9892-EEBF4B4D8645}"/>
              </a:ext>
            </a:extLst>
          </p:cNvPr>
          <p:cNvSpPr/>
          <p:nvPr/>
        </p:nvSpPr>
        <p:spPr>
          <a:xfrm>
            <a:off x="304800" y="1687232"/>
            <a:ext cx="5257344" cy="4275007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81D706E-E15A-45F0-9055-C455145F0A7C}"/>
              </a:ext>
            </a:extLst>
          </p:cNvPr>
          <p:cNvSpPr/>
          <p:nvPr/>
        </p:nvSpPr>
        <p:spPr>
          <a:xfrm>
            <a:off x="4942738" y="4063222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28B89D6-D457-43D1-99F9-B86C5647AEB2}"/>
              </a:ext>
            </a:extLst>
          </p:cNvPr>
          <p:cNvSpPr/>
          <p:nvPr/>
        </p:nvSpPr>
        <p:spPr>
          <a:xfrm>
            <a:off x="4942738" y="5251216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16FB6B7-1CB4-4813-99A3-137C82BE19D1}"/>
              </a:ext>
            </a:extLst>
          </p:cNvPr>
          <p:cNvSpPr/>
          <p:nvPr/>
        </p:nvSpPr>
        <p:spPr>
          <a:xfrm>
            <a:off x="4942738" y="2875227"/>
            <a:ext cx="6101297" cy="711023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50DE9D8-FD82-4684-9ED8-826B4EC01B44}"/>
              </a:ext>
            </a:extLst>
          </p:cNvPr>
          <p:cNvSpPr/>
          <p:nvPr/>
        </p:nvSpPr>
        <p:spPr>
          <a:xfrm>
            <a:off x="4942738" y="1687232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625" y="318406"/>
            <a:ext cx="10492596" cy="469443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9A793-F356-45AC-A556-47A0CCFA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906FB1C6-A882-4BAA-8733-7662E3996C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545048"/>
              </p:ext>
            </p:extLst>
          </p:nvPr>
        </p:nvGraphicFramePr>
        <p:xfrm>
          <a:off x="749625" y="2041702"/>
          <a:ext cx="3781664" cy="3526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A35CE616-64EE-4786-BC53-A3398F142D45}"/>
              </a:ext>
            </a:extLst>
          </p:cNvPr>
          <p:cNvSpPr/>
          <p:nvPr/>
        </p:nvSpPr>
        <p:spPr>
          <a:xfrm>
            <a:off x="1545852" y="2710558"/>
            <a:ext cx="2189210" cy="21892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8D74CDE-9215-466C-A65F-88C6021F08D5}"/>
              </a:ext>
            </a:extLst>
          </p:cNvPr>
          <p:cNvSpPr/>
          <p:nvPr/>
        </p:nvSpPr>
        <p:spPr>
          <a:xfrm rot="16200000" flipH="1">
            <a:off x="3031392" y="3398122"/>
            <a:ext cx="4635087" cy="8068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st="25400" algn="l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217AA4-5B01-4C74-81C0-F0B9128B6845}"/>
              </a:ext>
            </a:extLst>
          </p:cNvPr>
          <p:cNvSpPr/>
          <p:nvPr/>
        </p:nvSpPr>
        <p:spPr>
          <a:xfrm rot="16200000" flipH="1">
            <a:off x="3028618" y="3398121"/>
            <a:ext cx="4635094" cy="8068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st="50800" dir="10800000" algn="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B630BF0-C64E-4E93-A9CA-5E2A05DEE2A2}"/>
              </a:ext>
            </a:extLst>
          </p:cNvPr>
          <p:cNvSpPr/>
          <p:nvPr/>
        </p:nvSpPr>
        <p:spPr>
          <a:xfrm rot="16200000" flipH="1">
            <a:off x="2772874" y="3421309"/>
            <a:ext cx="5152128" cy="8068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1" name="TextBox 47">
            <a:extLst>
              <a:ext uri="{FF2B5EF4-FFF2-40B4-BE49-F238E27FC236}">
                <a16:creationId xmlns:a16="http://schemas.microsoft.com/office/drawing/2014/main" id="{0ABCF938-7F69-41DA-A492-F98171623883}"/>
              </a:ext>
            </a:extLst>
          </p:cNvPr>
          <p:cNvSpPr txBox="1"/>
          <p:nvPr/>
        </p:nvSpPr>
        <p:spPr>
          <a:xfrm>
            <a:off x="5973593" y="1933979"/>
            <a:ext cx="3989558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Who is watching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A4FE373-17BB-493F-A361-B12440813A1F}"/>
              </a:ext>
            </a:extLst>
          </p:cNvPr>
          <p:cNvSpPr/>
          <p:nvPr/>
        </p:nvSpPr>
        <p:spPr>
          <a:xfrm>
            <a:off x="10374600" y="1755645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TextBox 47">
            <a:extLst>
              <a:ext uri="{FF2B5EF4-FFF2-40B4-BE49-F238E27FC236}">
                <a16:creationId xmlns:a16="http://schemas.microsoft.com/office/drawing/2014/main" id="{939B7CC5-439E-403C-9383-8988F3AAD7AF}"/>
              </a:ext>
            </a:extLst>
          </p:cNvPr>
          <p:cNvSpPr txBox="1"/>
          <p:nvPr/>
        </p:nvSpPr>
        <p:spPr>
          <a:xfrm>
            <a:off x="5973593" y="3124060"/>
            <a:ext cx="3989558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When they watch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5ECD4C0-D89D-49E9-AC09-4F34CDD54EDB}"/>
              </a:ext>
            </a:extLst>
          </p:cNvPr>
          <p:cNvSpPr/>
          <p:nvPr/>
        </p:nvSpPr>
        <p:spPr>
          <a:xfrm>
            <a:off x="10374600" y="2945726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47">
            <a:extLst>
              <a:ext uri="{FF2B5EF4-FFF2-40B4-BE49-F238E27FC236}">
                <a16:creationId xmlns:a16="http://schemas.microsoft.com/office/drawing/2014/main" id="{BBF4A77D-999A-446C-A470-A09EABC1CB5F}"/>
              </a:ext>
            </a:extLst>
          </p:cNvPr>
          <p:cNvSpPr txBox="1"/>
          <p:nvPr/>
        </p:nvSpPr>
        <p:spPr>
          <a:xfrm>
            <a:off x="5973593" y="4314120"/>
            <a:ext cx="3989558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What they watch 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9C20A2B-9E5F-4699-B7E0-C92C4B4C11C6}"/>
              </a:ext>
            </a:extLst>
          </p:cNvPr>
          <p:cNvSpPr/>
          <p:nvPr/>
        </p:nvSpPr>
        <p:spPr>
          <a:xfrm>
            <a:off x="10374600" y="4135786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47">
            <a:extLst>
              <a:ext uri="{FF2B5EF4-FFF2-40B4-BE49-F238E27FC236}">
                <a16:creationId xmlns:a16="http://schemas.microsoft.com/office/drawing/2014/main" id="{5CB8E5D9-5AB2-4AEE-973D-2AB9CE05AF2D}"/>
              </a:ext>
            </a:extLst>
          </p:cNvPr>
          <p:cNvSpPr txBox="1"/>
          <p:nvPr/>
        </p:nvSpPr>
        <p:spPr>
          <a:xfrm>
            <a:off x="5981757" y="5501686"/>
            <a:ext cx="3989558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Recommendations|What’s next 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3DF543E-D479-4828-BA2F-2A24D956B7A2}"/>
              </a:ext>
            </a:extLst>
          </p:cNvPr>
          <p:cNvSpPr/>
          <p:nvPr/>
        </p:nvSpPr>
        <p:spPr>
          <a:xfrm>
            <a:off x="10374600" y="5323352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3073">
            <a:extLst>
              <a:ext uri="{FF2B5EF4-FFF2-40B4-BE49-F238E27FC236}">
                <a16:creationId xmlns:a16="http://schemas.microsoft.com/office/drawing/2014/main" id="{DB30C37B-BB33-491D-A3BF-5C500776BA50}"/>
              </a:ext>
            </a:extLst>
          </p:cNvPr>
          <p:cNvSpPr>
            <a:spLocks noEditPoints="1"/>
          </p:cNvSpPr>
          <p:nvPr/>
        </p:nvSpPr>
        <p:spPr bwMode="auto">
          <a:xfrm>
            <a:off x="10517781" y="1898826"/>
            <a:ext cx="285750" cy="285750"/>
          </a:xfrm>
          <a:custGeom>
            <a:avLst/>
            <a:gdLst>
              <a:gd name="T0" fmla="*/ 620 w 720"/>
              <a:gd name="T1" fmla="*/ 289 h 719"/>
              <a:gd name="T2" fmla="*/ 600 w 720"/>
              <a:gd name="T3" fmla="*/ 278 h 719"/>
              <a:gd name="T4" fmla="*/ 636 w 720"/>
              <a:gd name="T5" fmla="*/ 145 h 719"/>
              <a:gd name="T6" fmla="*/ 695 w 720"/>
              <a:gd name="T7" fmla="*/ 114 h 719"/>
              <a:gd name="T8" fmla="*/ 680 w 720"/>
              <a:gd name="T9" fmla="*/ 209 h 719"/>
              <a:gd name="T10" fmla="*/ 645 w 720"/>
              <a:gd name="T11" fmla="*/ 270 h 719"/>
              <a:gd name="T12" fmla="*/ 425 w 720"/>
              <a:gd name="T13" fmla="*/ 278 h 719"/>
              <a:gd name="T14" fmla="*/ 416 w 720"/>
              <a:gd name="T15" fmla="*/ 280 h 719"/>
              <a:gd name="T16" fmla="*/ 298 w 720"/>
              <a:gd name="T17" fmla="*/ 282 h 719"/>
              <a:gd name="T18" fmla="*/ 261 w 720"/>
              <a:gd name="T19" fmla="*/ 160 h 719"/>
              <a:gd name="T20" fmla="*/ 332 w 720"/>
              <a:gd name="T21" fmla="*/ 150 h 719"/>
              <a:gd name="T22" fmla="*/ 364 w 720"/>
              <a:gd name="T23" fmla="*/ 101 h 719"/>
              <a:gd name="T24" fmla="*/ 462 w 720"/>
              <a:gd name="T25" fmla="*/ 158 h 719"/>
              <a:gd name="T26" fmla="*/ 49 w 720"/>
              <a:gd name="T27" fmla="*/ 236 h 719"/>
              <a:gd name="T28" fmla="*/ 29 w 720"/>
              <a:gd name="T29" fmla="*/ 170 h 719"/>
              <a:gd name="T30" fmla="*/ 24 w 720"/>
              <a:gd name="T31" fmla="*/ 72 h 719"/>
              <a:gd name="T32" fmla="*/ 90 w 720"/>
              <a:gd name="T33" fmla="*/ 177 h 719"/>
              <a:gd name="T34" fmla="*/ 129 w 720"/>
              <a:gd name="T35" fmla="*/ 298 h 719"/>
              <a:gd name="T36" fmla="*/ 91 w 720"/>
              <a:gd name="T37" fmla="*/ 284 h 719"/>
              <a:gd name="T38" fmla="*/ 719 w 720"/>
              <a:gd name="T39" fmla="*/ 69 h 719"/>
              <a:gd name="T40" fmla="*/ 712 w 720"/>
              <a:gd name="T41" fmla="*/ 50 h 719"/>
              <a:gd name="T42" fmla="*/ 644 w 720"/>
              <a:gd name="T43" fmla="*/ 21 h 719"/>
              <a:gd name="T44" fmla="*/ 632 w 720"/>
              <a:gd name="T45" fmla="*/ 0 h 719"/>
              <a:gd name="T46" fmla="*/ 77 w 720"/>
              <a:gd name="T47" fmla="*/ 13 h 719"/>
              <a:gd name="T48" fmla="*/ 12 w 720"/>
              <a:gd name="T49" fmla="*/ 48 h 719"/>
              <a:gd name="T50" fmla="*/ 0 w 720"/>
              <a:gd name="T51" fmla="*/ 66 h 719"/>
              <a:gd name="T52" fmla="*/ 6 w 720"/>
              <a:gd name="T53" fmla="*/ 177 h 719"/>
              <a:gd name="T54" fmla="*/ 29 w 720"/>
              <a:gd name="T55" fmla="*/ 250 h 719"/>
              <a:gd name="T56" fmla="*/ 73 w 720"/>
              <a:gd name="T57" fmla="*/ 302 h 719"/>
              <a:gd name="T58" fmla="*/ 130 w 720"/>
              <a:gd name="T59" fmla="*/ 322 h 719"/>
              <a:gd name="T60" fmla="*/ 195 w 720"/>
              <a:gd name="T61" fmla="*/ 379 h 719"/>
              <a:gd name="T62" fmla="*/ 288 w 720"/>
              <a:gd name="T63" fmla="*/ 441 h 719"/>
              <a:gd name="T64" fmla="*/ 312 w 720"/>
              <a:gd name="T65" fmla="*/ 476 h 719"/>
              <a:gd name="T66" fmla="*/ 316 w 720"/>
              <a:gd name="T67" fmla="*/ 529 h 719"/>
              <a:gd name="T68" fmla="*/ 299 w 720"/>
              <a:gd name="T69" fmla="*/ 596 h 719"/>
              <a:gd name="T70" fmla="*/ 262 w 720"/>
              <a:gd name="T71" fmla="*/ 628 h 719"/>
              <a:gd name="T72" fmla="*/ 204 w 720"/>
              <a:gd name="T73" fmla="*/ 635 h 719"/>
              <a:gd name="T74" fmla="*/ 192 w 720"/>
              <a:gd name="T75" fmla="*/ 707 h 719"/>
              <a:gd name="T76" fmla="*/ 515 w 720"/>
              <a:gd name="T77" fmla="*/ 719 h 719"/>
              <a:gd name="T78" fmla="*/ 527 w 720"/>
              <a:gd name="T79" fmla="*/ 647 h 719"/>
              <a:gd name="T80" fmla="*/ 501 w 720"/>
              <a:gd name="T81" fmla="*/ 635 h 719"/>
              <a:gd name="T82" fmla="*/ 445 w 720"/>
              <a:gd name="T83" fmla="*/ 618 h 719"/>
              <a:gd name="T84" fmla="*/ 412 w 720"/>
              <a:gd name="T85" fmla="*/ 577 h 719"/>
              <a:gd name="T86" fmla="*/ 401 w 720"/>
              <a:gd name="T87" fmla="*/ 511 h 719"/>
              <a:gd name="T88" fmla="*/ 410 w 720"/>
              <a:gd name="T89" fmla="*/ 470 h 719"/>
              <a:gd name="T90" fmla="*/ 443 w 720"/>
              <a:gd name="T91" fmla="*/ 431 h 719"/>
              <a:gd name="T92" fmla="*/ 537 w 720"/>
              <a:gd name="T93" fmla="*/ 367 h 719"/>
              <a:gd name="T94" fmla="*/ 601 w 720"/>
              <a:gd name="T95" fmla="*/ 321 h 719"/>
              <a:gd name="T96" fmla="*/ 653 w 720"/>
              <a:gd name="T97" fmla="*/ 295 h 719"/>
              <a:gd name="T98" fmla="*/ 696 w 720"/>
              <a:gd name="T99" fmla="*/ 233 h 719"/>
              <a:gd name="T100" fmla="*/ 718 w 720"/>
              <a:gd name="T101" fmla="*/ 141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0" h="719">
                <a:moveTo>
                  <a:pt x="645" y="270"/>
                </a:moveTo>
                <a:lnTo>
                  <a:pt x="640" y="276"/>
                </a:lnTo>
                <a:lnTo>
                  <a:pt x="633" y="280"/>
                </a:lnTo>
                <a:lnTo>
                  <a:pt x="627" y="284"/>
                </a:lnTo>
                <a:lnTo>
                  <a:pt x="620" y="289"/>
                </a:lnTo>
                <a:lnTo>
                  <a:pt x="614" y="291"/>
                </a:lnTo>
                <a:lnTo>
                  <a:pt x="606" y="295"/>
                </a:lnTo>
                <a:lnTo>
                  <a:pt x="599" y="296"/>
                </a:lnTo>
                <a:lnTo>
                  <a:pt x="590" y="298"/>
                </a:lnTo>
                <a:lnTo>
                  <a:pt x="600" y="278"/>
                </a:lnTo>
                <a:lnTo>
                  <a:pt x="609" y="257"/>
                </a:lnTo>
                <a:lnTo>
                  <a:pt x="618" y="233"/>
                </a:lnTo>
                <a:lnTo>
                  <a:pt x="625" y="207"/>
                </a:lnTo>
                <a:lnTo>
                  <a:pt x="631" y="177"/>
                </a:lnTo>
                <a:lnTo>
                  <a:pt x="636" y="145"/>
                </a:lnTo>
                <a:lnTo>
                  <a:pt x="639" y="110"/>
                </a:lnTo>
                <a:lnTo>
                  <a:pt x="643" y="72"/>
                </a:lnTo>
                <a:lnTo>
                  <a:pt x="695" y="72"/>
                </a:lnTo>
                <a:lnTo>
                  <a:pt x="695" y="90"/>
                </a:lnTo>
                <a:lnTo>
                  <a:pt x="695" y="114"/>
                </a:lnTo>
                <a:lnTo>
                  <a:pt x="694" y="140"/>
                </a:lnTo>
                <a:lnTo>
                  <a:pt x="690" y="167"/>
                </a:lnTo>
                <a:lnTo>
                  <a:pt x="687" y="182"/>
                </a:lnTo>
                <a:lnTo>
                  <a:pt x="684" y="196"/>
                </a:lnTo>
                <a:lnTo>
                  <a:pt x="680" y="209"/>
                </a:lnTo>
                <a:lnTo>
                  <a:pt x="675" y="223"/>
                </a:lnTo>
                <a:lnTo>
                  <a:pt x="669" y="236"/>
                </a:lnTo>
                <a:lnTo>
                  <a:pt x="662" y="248"/>
                </a:lnTo>
                <a:lnTo>
                  <a:pt x="655" y="259"/>
                </a:lnTo>
                <a:lnTo>
                  <a:pt x="645" y="270"/>
                </a:lnTo>
                <a:lnTo>
                  <a:pt x="645" y="270"/>
                </a:lnTo>
                <a:close/>
                <a:moveTo>
                  <a:pt x="460" y="160"/>
                </a:moveTo>
                <a:lnTo>
                  <a:pt x="402" y="205"/>
                </a:lnTo>
                <a:lnTo>
                  <a:pt x="425" y="273"/>
                </a:lnTo>
                <a:lnTo>
                  <a:pt x="425" y="278"/>
                </a:lnTo>
                <a:lnTo>
                  <a:pt x="424" y="280"/>
                </a:lnTo>
                <a:lnTo>
                  <a:pt x="421" y="282"/>
                </a:lnTo>
                <a:lnTo>
                  <a:pt x="420" y="282"/>
                </a:lnTo>
                <a:lnTo>
                  <a:pt x="418" y="282"/>
                </a:lnTo>
                <a:lnTo>
                  <a:pt x="416" y="280"/>
                </a:lnTo>
                <a:lnTo>
                  <a:pt x="360" y="235"/>
                </a:lnTo>
                <a:lnTo>
                  <a:pt x="304" y="280"/>
                </a:lnTo>
                <a:lnTo>
                  <a:pt x="303" y="282"/>
                </a:lnTo>
                <a:lnTo>
                  <a:pt x="300" y="282"/>
                </a:lnTo>
                <a:lnTo>
                  <a:pt x="298" y="282"/>
                </a:lnTo>
                <a:lnTo>
                  <a:pt x="297" y="280"/>
                </a:lnTo>
                <a:lnTo>
                  <a:pt x="294" y="278"/>
                </a:lnTo>
                <a:lnTo>
                  <a:pt x="294" y="273"/>
                </a:lnTo>
                <a:lnTo>
                  <a:pt x="317" y="205"/>
                </a:lnTo>
                <a:lnTo>
                  <a:pt x="261" y="160"/>
                </a:lnTo>
                <a:lnTo>
                  <a:pt x="259" y="158"/>
                </a:lnTo>
                <a:lnTo>
                  <a:pt x="259" y="154"/>
                </a:lnTo>
                <a:lnTo>
                  <a:pt x="261" y="151"/>
                </a:lnTo>
                <a:lnTo>
                  <a:pt x="264" y="150"/>
                </a:lnTo>
                <a:lnTo>
                  <a:pt x="332" y="150"/>
                </a:lnTo>
                <a:lnTo>
                  <a:pt x="354" y="101"/>
                </a:lnTo>
                <a:lnTo>
                  <a:pt x="356" y="97"/>
                </a:lnTo>
                <a:lnTo>
                  <a:pt x="358" y="97"/>
                </a:lnTo>
                <a:lnTo>
                  <a:pt x="362" y="97"/>
                </a:lnTo>
                <a:lnTo>
                  <a:pt x="364" y="101"/>
                </a:lnTo>
                <a:lnTo>
                  <a:pt x="388" y="150"/>
                </a:lnTo>
                <a:lnTo>
                  <a:pt x="456" y="150"/>
                </a:lnTo>
                <a:lnTo>
                  <a:pt x="460" y="151"/>
                </a:lnTo>
                <a:lnTo>
                  <a:pt x="462" y="154"/>
                </a:lnTo>
                <a:lnTo>
                  <a:pt x="462" y="158"/>
                </a:lnTo>
                <a:lnTo>
                  <a:pt x="460" y="160"/>
                </a:lnTo>
                <a:close/>
                <a:moveTo>
                  <a:pt x="72" y="270"/>
                </a:moveTo>
                <a:lnTo>
                  <a:pt x="63" y="260"/>
                </a:lnTo>
                <a:lnTo>
                  <a:pt x="55" y="248"/>
                </a:lnTo>
                <a:lnTo>
                  <a:pt x="49" y="236"/>
                </a:lnTo>
                <a:lnTo>
                  <a:pt x="43" y="225"/>
                </a:lnTo>
                <a:lnTo>
                  <a:pt x="38" y="211"/>
                </a:lnTo>
                <a:lnTo>
                  <a:pt x="35" y="198"/>
                </a:lnTo>
                <a:lnTo>
                  <a:pt x="31" y="184"/>
                </a:lnTo>
                <a:lnTo>
                  <a:pt x="29" y="170"/>
                </a:lnTo>
                <a:lnTo>
                  <a:pt x="27" y="142"/>
                </a:lnTo>
                <a:lnTo>
                  <a:pt x="24" y="116"/>
                </a:lnTo>
                <a:lnTo>
                  <a:pt x="24" y="9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78" y="72"/>
                </a:lnTo>
                <a:lnTo>
                  <a:pt x="80" y="110"/>
                </a:lnTo>
                <a:lnTo>
                  <a:pt x="85" y="145"/>
                </a:lnTo>
                <a:lnTo>
                  <a:pt x="90" y="177"/>
                </a:lnTo>
                <a:lnTo>
                  <a:pt x="96" y="207"/>
                </a:lnTo>
                <a:lnTo>
                  <a:pt x="103" y="233"/>
                </a:lnTo>
                <a:lnTo>
                  <a:pt x="111" y="257"/>
                </a:lnTo>
                <a:lnTo>
                  <a:pt x="119" y="278"/>
                </a:lnTo>
                <a:lnTo>
                  <a:pt x="129" y="298"/>
                </a:lnTo>
                <a:lnTo>
                  <a:pt x="121" y="296"/>
                </a:lnTo>
                <a:lnTo>
                  <a:pt x="112" y="295"/>
                </a:lnTo>
                <a:lnTo>
                  <a:pt x="105" y="291"/>
                </a:lnTo>
                <a:lnTo>
                  <a:pt x="98" y="289"/>
                </a:lnTo>
                <a:lnTo>
                  <a:pt x="91" y="284"/>
                </a:lnTo>
                <a:lnTo>
                  <a:pt x="84" y="280"/>
                </a:lnTo>
                <a:lnTo>
                  <a:pt x="78" y="276"/>
                </a:lnTo>
                <a:lnTo>
                  <a:pt x="72" y="270"/>
                </a:lnTo>
                <a:lnTo>
                  <a:pt x="72" y="270"/>
                </a:lnTo>
                <a:close/>
                <a:moveTo>
                  <a:pt x="719" y="69"/>
                </a:moveTo>
                <a:lnTo>
                  <a:pt x="719" y="64"/>
                </a:lnTo>
                <a:lnTo>
                  <a:pt x="719" y="60"/>
                </a:lnTo>
                <a:lnTo>
                  <a:pt x="719" y="56"/>
                </a:lnTo>
                <a:lnTo>
                  <a:pt x="715" y="52"/>
                </a:lnTo>
                <a:lnTo>
                  <a:pt x="712" y="50"/>
                </a:lnTo>
                <a:lnTo>
                  <a:pt x="707" y="48"/>
                </a:lnTo>
                <a:lnTo>
                  <a:pt x="643" y="48"/>
                </a:lnTo>
                <a:lnTo>
                  <a:pt x="644" y="39"/>
                </a:lnTo>
                <a:lnTo>
                  <a:pt x="644" y="31"/>
                </a:lnTo>
                <a:lnTo>
                  <a:pt x="644" y="21"/>
                </a:lnTo>
                <a:lnTo>
                  <a:pt x="644" y="13"/>
                </a:lnTo>
                <a:lnTo>
                  <a:pt x="643" y="8"/>
                </a:lnTo>
                <a:lnTo>
                  <a:pt x="640" y="3"/>
                </a:lnTo>
                <a:lnTo>
                  <a:pt x="637" y="1"/>
                </a:lnTo>
                <a:lnTo>
                  <a:pt x="632" y="0"/>
                </a:lnTo>
                <a:lnTo>
                  <a:pt x="88" y="0"/>
                </a:lnTo>
                <a:lnTo>
                  <a:pt x="84" y="1"/>
                </a:lnTo>
                <a:lnTo>
                  <a:pt x="80" y="3"/>
                </a:lnTo>
                <a:lnTo>
                  <a:pt x="78" y="8"/>
                </a:lnTo>
                <a:lnTo>
                  <a:pt x="77" y="13"/>
                </a:lnTo>
                <a:lnTo>
                  <a:pt x="77" y="21"/>
                </a:lnTo>
                <a:lnTo>
                  <a:pt x="77" y="31"/>
                </a:lnTo>
                <a:lnTo>
                  <a:pt x="77" y="39"/>
                </a:lnTo>
                <a:lnTo>
                  <a:pt x="77" y="48"/>
                </a:lnTo>
                <a:lnTo>
                  <a:pt x="12" y="48"/>
                </a:lnTo>
                <a:lnTo>
                  <a:pt x="8" y="50"/>
                </a:lnTo>
                <a:lnTo>
                  <a:pt x="4" y="52"/>
                </a:lnTo>
                <a:lnTo>
                  <a:pt x="2" y="56"/>
                </a:lnTo>
                <a:lnTo>
                  <a:pt x="0" y="60"/>
                </a:lnTo>
                <a:lnTo>
                  <a:pt x="0" y="66"/>
                </a:lnTo>
                <a:lnTo>
                  <a:pt x="0" y="72"/>
                </a:lnTo>
                <a:lnTo>
                  <a:pt x="0" y="94"/>
                </a:lnTo>
                <a:lnTo>
                  <a:pt x="0" y="119"/>
                </a:lnTo>
                <a:lnTo>
                  <a:pt x="3" y="147"/>
                </a:lnTo>
                <a:lnTo>
                  <a:pt x="6" y="177"/>
                </a:lnTo>
                <a:lnTo>
                  <a:pt x="9" y="192"/>
                </a:lnTo>
                <a:lnTo>
                  <a:pt x="12" y="207"/>
                </a:lnTo>
                <a:lnTo>
                  <a:pt x="17" y="222"/>
                </a:lnTo>
                <a:lnTo>
                  <a:pt x="22" y="236"/>
                </a:lnTo>
                <a:lnTo>
                  <a:pt x="29" y="250"/>
                </a:lnTo>
                <a:lnTo>
                  <a:pt x="36" y="263"/>
                </a:lnTo>
                <a:lnTo>
                  <a:pt x="44" y="276"/>
                </a:lnTo>
                <a:lnTo>
                  <a:pt x="55" y="286"/>
                </a:lnTo>
                <a:lnTo>
                  <a:pt x="63" y="295"/>
                </a:lnTo>
                <a:lnTo>
                  <a:pt x="73" y="302"/>
                </a:lnTo>
                <a:lnTo>
                  <a:pt x="84" y="308"/>
                </a:lnTo>
                <a:lnTo>
                  <a:pt x="94" y="314"/>
                </a:lnTo>
                <a:lnTo>
                  <a:pt x="106" y="317"/>
                </a:lnTo>
                <a:lnTo>
                  <a:pt x="118" y="321"/>
                </a:lnTo>
                <a:lnTo>
                  <a:pt x="130" y="322"/>
                </a:lnTo>
                <a:lnTo>
                  <a:pt x="143" y="323"/>
                </a:lnTo>
                <a:lnTo>
                  <a:pt x="156" y="340"/>
                </a:lnTo>
                <a:lnTo>
                  <a:pt x="169" y="355"/>
                </a:lnTo>
                <a:lnTo>
                  <a:pt x="182" y="368"/>
                </a:lnTo>
                <a:lnTo>
                  <a:pt x="195" y="379"/>
                </a:lnTo>
                <a:lnTo>
                  <a:pt x="222" y="398"/>
                </a:lnTo>
                <a:lnTo>
                  <a:pt x="248" y="414"/>
                </a:lnTo>
                <a:lnTo>
                  <a:pt x="262" y="423"/>
                </a:lnTo>
                <a:lnTo>
                  <a:pt x="276" y="433"/>
                </a:lnTo>
                <a:lnTo>
                  <a:pt x="288" y="441"/>
                </a:lnTo>
                <a:lnTo>
                  <a:pt x="298" y="452"/>
                </a:lnTo>
                <a:lnTo>
                  <a:pt x="303" y="456"/>
                </a:lnTo>
                <a:lnTo>
                  <a:pt x="306" y="462"/>
                </a:lnTo>
                <a:lnTo>
                  <a:pt x="310" y="470"/>
                </a:lnTo>
                <a:lnTo>
                  <a:pt x="312" y="476"/>
                </a:lnTo>
                <a:lnTo>
                  <a:pt x="314" y="484"/>
                </a:lnTo>
                <a:lnTo>
                  <a:pt x="316" y="492"/>
                </a:lnTo>
                <a:lnTo>
                  <a:pt x="317" y="500"/>
                </a:lnTo>
                <a:lnTo>
                  <a:pt x="317" y="510"/>
                </a:lnTo>
                <a:lnTo>
                  <a:pt x="316" y="529"/>
                </a:lnTo>
                <a:lnTo>
                  <a:pt x="314" y="546"/>
                </a:lnTo>
                <a:lnTo>
                  <a:pt x="312" y="561"/>
                </a:lnTo>
                <a:lnTo>
                  <a:pt x="308" y="574"/>
                </a:lnTo>
                <a:lnTo>
                  <a:pt x="305" y="586"/>
                </a:lnTo>
                <a:lnTo>
                  <a:pt x="299" y="596"/>
                </a:lnTo>
                <a:lnTo>
                  <a:pt x="293" y="605"/>
                </a:lnTo>
                <a:lnTo>
                  <a:pt x="287" y="612"/>
                </a:lnTo>
                <a:lnTo>
                  <a:pt x="279" y="618"/>
                </a:lnTo>
                <a:lnTo>
                  <a:pt x="270" y="623"/>
                </a:lnTo>
                <a:lnTo>
                  <a:pt x="262" y="628"/>
                </a:lnTo>
                <a:lnTo>
                  <a:pt x="251" y="630"/>
                </a:lnTo>
                <a:lnTo>
                  <a:pt x="241" y="633"/>
                </a:lnTo>
                <a:lnTo>
                  <a:pt x="230" y="634"/>
                </a:lnTo>
                <a:lnTo>
                  <a:pt x="217" y="635"/>
                </a:lnTo>
                <a:lnTo>
                  <a:pt x="204" y="635"/>
                </a:lnTo>
                <a:lnTo>
                  <a:pt x="199" y="636"/>
                </a:lnTo>
                <a:lnTo>
                  <a:pt x="195" y="638"/>
                </a:lnTo>
                <a:lnTo>
                  <a:pt x="193" y="642"/>
                </a:lnTo>
                <a:lnTo>
                  <a:pt x="192" y="647"/>
                </a:lnTo>
                <a:lnTo>
                  <a:pt x="192" y="707"/>
                </a:lnTo>
                <a:lnTo>
                  <a:pt x="193" y="711"/>
                </a:lnTo>
                <a:lnTo>
                  <a:pt x="195" y="716"/>
                </a:lnTo>
                <a:lnTo>
                  <a:pt x="199" y="718"/>
                </a:lnTo>
                <a:lnTo>
                  <a:pt x="204" y="719"/>
                </a:lnTo>
                <a:lnTo>
                  <a:pt x="515" y="719"/>
                </a:lnTo>
                <a:lnTo>
                  <a:pt x="520" y="718"/>
                </a:lnTo>
                <a:lnTo>
                  <a:pt x="524" y="716"/>
                </a:lnTo>
                <a:lnTo>
                  <a:pt x="526" y="711"/>
                </a:lnTo>
                <a:lnTo>
                  <a:pt x="527" y="707"/>
                </a:lnTo>
                <a:lnTo>
                  <a:pt x="527" y="647"/>
                </a:lnTo>
                <a:lnTo>
                  <a:pt x="526" y="642"/>
                </a:lnTo>
                <a:lnTo>
                  <a:pt x="524" y="638"/>
                </a:lnTo>
                <a:lnTo>
                  <a:pt x="520" y="636"/>
                </a:lnTo>
                <a:lnTo>
                  <a:pt x="515" y="635"/>
                </a:lnTo>
                <a:lnTo>
                  <a:pt x="501" y="635"/>
                </a:lnTo>
                <a:lnTo>
                  <a:pt x="488" y="634"/>
                </a:lnTo>
                <a:lnTo>
                  <a:pt x="476" y="631"/>
                </a:lnTo>
                <a:lnTo>
                  <a:pt x="464" y="628"/>
                </a:lnTo>
                <a:lnTo>
                  <a:pt x="455" y="623"/>
                </a:lnTo>
                <a:lnTo>
                  <a:pt x="445" y="618"/>
                </a:lnTo>
                <a:lnTo>
                  <a:pt x="437" y="612"/>
                </a:lnTo>
                <a:lnTo>
                  <a:pt x="429" y="605"/>
                </a:lnTo>
                <a:lnTo>
                  <a:pt x="423" y="597"/>
                </a:lnTo>
                <a:lnTo>
                  <a:pt x="417" y="587"/>
                </a:lnTo>
                <a:lnTo>
                  <a:pt x="412" y="577"/>
                </a:lnTo>
                <a:lnTo>
                  <a:pt x="408" y="566"/>
                </a:lnTo>
                <a:lnTo>
                  <a:pt x="405" y="554"/>
                </a:lnTo>
                <a:lnTo>
                  <a:pt x="402" y="541"/>
                </a:lnTo>
                <a:lnTo>
                  <a:pt x="401" y="525"/>
                </a:lnTo>
                <a:lnTo>
                  <a:pt x="401" y="511"/>
                </a:lnTo>
                <a:lnTo>
                  <a:pt x="401" y="500"/>
                </a:lnTo>
                <a:lnTo>
                  <a:pt x="402" y="492"/>
                </a:lnTo>
                <a:lnTo>
                  <a:pt x="404" y="484"/>
                </a:lnTo>
                <a:lnTo>
                  <a:pt x="406" y="476"/>
                </a:lnTo>
                <a:lnTo>
                  <a:pt x="410" y="470"/>
                </a:lnTo>
                <a:lnTo>
                  <a:pt x="412" y="462"/>
                </a:lnTo>
                <a:lnTo>
                  <a:pt x="417" y="456"/>
                </a:lnTo>
                <a:lnTo>
                  <a:pt x="420" y="451"/>
                </a:lnTo>
                <a:lnTo>
                  <a:pt x="431" y="441"/>
                </a:lnTo>
                <a:lnTo>
                  <a:pt x="443" y="431"/>
                </a:lnTo>
                <a:lnTo>
                  <a:pt x="456" y="423"/>
                </a:lnTo>
                <a:lnTo>
                  <a:pt x="471" y="414"/>
                </a:lnTo>
                <a:lnTo>
                  <a:pt x="498" y="398"/>
                </a:lnTo>
                <a:lnTo>
                  <a:pt x="524" y="379"/>
                </a:lnTo>
                <a:lnTo>
                  <a:pt x="537" y="367"/>
                </a:lnTo>
                <a:lnTo>
                  <a:pt x="550" y="354"/>
                </a:lnTo>
                <a:lnTo>
                  <a:pt x="563" y="340"/>
                </a:lnTo>
                <a:lnTo>
                  <a:pt x="575" y="323"/>
                </a:lnTo>
                <a:lnTo>
                  <a:pt x="588" y="322"/>
                </a:lnTo>
                <a:lnTo>
                  <a:pt x="601" y="321"/>
                </a:lnTo>
                <a:lnTo>
                  <a:pt x="612" y="317"/>
                </a:lnTo>
                <a:lnTo>
                  <a:pt x="624" y="314"/>
                </a:lnTo>
                <a:lnTo>
                  <a:pt x="634" y="308"/>
                </a:lnTo>
                <a:lnTo>
                  <a:pt x="644" y="302"/>
                </a:lnTo>
                <a:lnTo>
                  <a:pt x="653" y="295"/>
                </a:lnTo>
                <a:lnTo>
                  <a:pt x="663" y="286"/>
                </a:lnTo>
                <a:lnTo>
                  <a:pt x="672" y="274"/>
                </a:lnTo>
                <a:lnTo>
                  <a:pt x="682" y="261"/>
                </a:lnTo>
                <a:lnTo>
                  <a:pt x="690" y="248"/>
                </a:lnTo>
                <a:lnTo>
                  <a:pt x="696" y="233"/>
                </a:lnTo>
                <a:lnTo>
                  <a:pt x="702" y="219"/>
                </a:lnTo>
                <a:lnTo>
                  <a:pt x="707" y="203"/>
                </a:lnTo>
                <a:lnTo>
                  <a:pt x="711" y="188"/>
                </a:lnTo>
                <a:lnTo>
                  <a:pt x="713" y="171"/>
                </a:lnTo>
                <a:lnTo>
                  <a:pt x="718" y="141"/>
                </a:lnTo>
                <a:lnTo>
                  <a:pt x="719" y="113"/>
                </a:lnTo>
                <a:lnTo>
                  <a:pt x="720" y="88"/>
                </a:lnTo>
                <a:lnTo>
                  <a:pt x="719" y="69"/>
                </a:lnTo>
                <a:close/>
              </a:path>
            </a:pathLst>
          </a:custGeom>
          <a:solidFill>
            <a:srgbClr val="CE29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724">
            <a:extLst>
              <a:ext uri="{FF2B5EF4-FFF2-40B4-BE49-F238E27FC236}">
                <a16:creationId xmlns:a16="http://schemas.microsoft.com/office/drawing/2014/main" id="{DD2DB9C5-BF51-4EC7-9BB4-A353966906BB}"/>
              </a:ext>
            </a:extLst>
          </p:cNvPr>
          <p:cNvSpPr>
            <a:spLocks/>
          </p:cNvSpPr>
          <p:nvPr/>
        </p:nvSpPr>
        <p:spPr bwMode="auto">
          <a:xfrm>
            <a:off x="10521750" y="3092876"/>
            <a:ext cx="277813" cy="277813"/>
          </a:xfrm>
          <a:custGeom>
            <a:avLst/>
            <a:gdLst>
              <a:gd name="T0" fmla="*/ 782 w 873"/>
              <a:gd name="T1" fmla="*/ 436 h 873"/>
              <a:gd name="T2" fmla="*/ 779 w 873"/>
              <a:gd name="T3" fmla="*/ 428 h 873"/>
              <a:gd name="T4" fmla="*/ 773 w 873"/>
              <a:gd name="T5" fmla="*/ 423 h 873"/>
              <a:gd name="T6" fmla="*/ 451 w 873"/>
              <a:gd name="T7" fmla="*/ 421 h 873"/>
              <a:gd name="T8" fmla="*/ 711 w 873"/>
              <a:gd name="T9" fmla="*/ 180 h 873"/>
              <a:gd name="T10" fmla="*/ 718 w 873"/>
              <a:gd name="T11" fmla="*/ 176 h 873"/>
              <a:gd name="T12" fmla="*/ 721 w 873"/>
              <a:gd name="T13" fmla="*/ 168 h 873"/>
              <a:gd name="T14" fmla="*/ 721 w 873"/>
              <a:gd name="T15" fmla="*/ 12 h 873"/>
              <a:gd name="T16" fmla="*/ 718 w 873"/>
              <a:gd name="T17" fmla="*/ 4 h 873"/>
              <a:gd name="T18" fmla="*/ 711 w 873"/>
              <a:gd name="T19" fmla="*/ 0 h 873"/>
              <a:gd name="T20" fmla="*/ 163 w 873"/>
              <a:gd name="T21" fmla="*/ 0 h 873"/>
              <a:gd name="T22" fmla="*/ 155 w 873"/>
              <a:gd name="T23" fmla="*/ 4 h 873"/>
              <a:gd name="T24" fmla="*/ 151 w 873"/>
              <a:gd name="T25" fmla="*/ 12 h 873"/>
              <a:gd name="T26" fmla="*/ 151 w 873"/>
              <a:gd name="T27" fmla="*/ 168 h 873"/>
              <a:gd name="T28" fmla="*/ 155 w 873"/>
              <a:gd name="T29" fmla="*/ 176 h 873"/>
              <a:gd name="T30" fmla="*/ 163 w 873"/>
              <a:gd name="T31" fmla="*/ 180 h 873"/>
              <a:gd name="T32" fmla="*/ 421 w 873"/>
              <a:gd name="T33" fmla="*/ 421 h 873"/>
              <a:gd name="T34" fmla="*/ 99 w 873"/>
              <a:gd name="T35" fmla="*/ 423 h 873"/>
              <a:gd name="T36" fmla="*/ 93 w 873"/>
              <a:gd name="T37" fmla="*/ 428 h 873"/>
              <a:gd name="T38" fmla="*/ 90 w 873"/>
              <a:gd name="T39" fmla="*/ 436 h 873"/>
              <a:gd name="T40" fmla="*/ 11 w 873"/>
              <a:gd name="T41" fmla="*/ 663 h 873"/>
              <a:gd name="T42" fmla="*/ 4 w 873"/>
              <a:gd name="T43" fmla="*/ 667 h 873"/>
              <a:gd name="T44" fmla="*/ 0 w 873"/>
              <a:gd name="T45" fmla="*/ 675 h 873"/>
              <a:gd name="T46" fmla="*/ 0 w 873"/>
              <a:gd name="T47" fmla="*/ 861 h 873"/>
              <a:gd name="T48" fmla="*/ 4 w 873"/>
              <a:gd name="T49" fmla="*/ 869 h 873"/>
              <a:gd name="T50" fmla="*/ 11 w 873"/>
              <a:gd name="T51" fmla="*/ 873 h 873"/>
              <a:gd name="T52" fmla="*/ 198 w 873"/>
              <a:gd name="T53" fmla="*/ 873 h 873"/>
              <a:gd name="T54" fmla="*/ 205 w 873"/>
              <a:gd name="T55" fmla="*/ 869 h 873"/>
              <a:gd name="T56" fmla="*/ 210 w 873"/>
              <a:gd name="T57" fmla="*/ 861 h 873"/>
              <a:gd name="T58" fmla="*/ 210 w 873"/>
              <a:gd name="T59" fmla="*/ 675 h 873"/>
              <a:gd name="T60" fmla="*/ 205 w 873"/>
              <a:gd name="T61" fmla="*/ 667 h 873"/>
              <a:gd name="T62" fmla="*/ 198 w 873"/>
              <a:gd name="T63" fmla="*/ 663 h 873"/>
              <a:gd name="T64" fmla="*/ 120 w 873"/>
              <a:gd name="T65" fmla="*/ 451 h 873"/>
              <a:gd name="T66" fmla="*/ 346 w 873"/>
              <a:gd name="T67" fmla="*/ 662 h 873"/>
              <a:gd name="T68" fmla="*/ 337 w 873"/>
              <a:gd name="T69" fmla="*/ 665 h 873"/>
              <a:gd name="T70" fmla="*/ 332 w 873"/>
              <a:gd name="T71" fmla="*/ 671 h 873"/>
              <a:gd name="T72" fmla="*/ 331 w 873"/>
              <a:gd name="T73" fmla="*/ 858 h 873"/>
              <a:gd name="T74" fmla="*/ 333 w 873"/>
              <a:gd name="T75" fmla="*/ 867 h 873"/>
              <a:gd name="T76" fmla="*/ 340 w 873"/>
              <a:gd name="T77" fmla="*/ 872 h 873"/>
              <a:gd name="T78" fmla="*/ 526 w 873"/>
              <a:gd name="T79" fmla="*/ 873 h 873"/>
              <a:gd name="T80" fmla="*/ 535 w 873"/>
              <a:gd name="T81" fmla="*/ 871 h 873"/>
              <a:gd name="T82" fmla="*/ 540 w 873"/>
              <a:gd name="T83" fmla="*/ 863 h 873"/>
              <a:gd name="T84" fmla="*/ 541 w 873"/>
              <a:gd name="T85" fmla="*/ 677 h 873"/>
              <a:gd name="T86" fmla="*/ 539 w 873"/>
              <a:gd name="T87" fmla="*/ 669 h 873"/>
              <a:gd name="T88" fmla="*/ 533 w 873"/>
              <a:gd name="T89" fmla="*/ 664 h 873"/>
              <a:gd name="T90" fmla="*/ 451 w 873"/>
              <a:gd name="T91" fmla="*/ 662 h 873"/>
              <a:gd name="T92" fmla="*/ 752 w 873"/>
              <a:gd name="T93" fmla="*/ 662 h 873"/>
              <a:gd name="T94" fmla="*/ 671 w 873"/>
              <a:gd name="T95" fmla="*/ 664 h 873"/>
              <a:gd name="T96" fmla="*/ 664 w 873"/>
              <a:gd name="T97" fmla="*/ 669 h 873"/>
              <a:gd name="T98" fmla="*/ 662 w 873"/>
              <a:gd name="T99" fmla="*/ 678 h 873"/>
              <a:gd name="T100" fmla="*/ 663 w 873"/>
              <a:gd name="T101" fmla="*/ 863 h 873"/>
              <a:gd name="T102" fmla="*/ 669 w 873"/>
              <a:gd name="T103" fmla="*/ 871 h 873"/>
              <a:gd name="T104" fmla="*/ 677 w 873"/>
              <a:gd name="T105" fmla="*/ 873 h 873"/>
              <a:gd name="T106" fmla="*/ 864 w 873"/>
              <a:gd name="T107" fmla="*/ 872 h 873"/>
              <a:gd name="T108" fmla="*/ 870 w 873"/>
              <a:gd name="T109" fmla="*/ 867 h 873"/>
              <a:gd name="T110" fmla="*/ 873 w 873"/>
              <a:gd name="T111" fmla="*/ 858 h 873"/>
              <a:gd name="T112" fmla="*/ 871 w 873"/>
              <a:gd name="T113" fmla="*/ 671 h 873"/>
              <a:gd name="T114" fmla="*/ 866 w 873"/>
              <a:gd name="T115" fmla="*/ 665 h 873"/>
              <a:gd name="T116" fmla="*/ 858 w 873"/>
              <a:gd name="T117" fmla="*/ 662 h 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3" h="873">
                <a:moveTo>
                  <a:pt x="858" y="662"/>
                </a:moveTo>
                <a:lnTo>
                  <a:pt x="782" y="662"/>
                </a:lnTo>
                <a:lnTo>
                  <a:pt x="782" y="436"/>
                </a:lnTo>
                <a:lnTo>
                  <a:pt x="782" y="433"/>
                </a:lnTo>
                <a:lnTo>
                  <a:pt x="781" y="431"/>
                </a:lnTo>
                <a:lnTo>
                  <a:pt x="779" y="428"/>
                </a:lnTo>
                <a:lnTo>
                  <a:pt x="778" y="426"/>
                </a:lnTo>
                <a:lnTo>
                  <a:pt x="776" y="424"/>
                </a:lnTo>
                <a:lnTo>
                  <a:pt x="773" y="423"/>
                </a:lnTo>
                <a:lnTo>
                  <a:pt x="771" y="421"/>
                </a:lnTo>
                <a:lnTo>
                  <a:pt x="767" y="421"/>
                </a:lnTo>
                <a:lnTo>
                  <a:pt x="451" y="421"/>
                </a:lnTo>
                <a:lnTo>
                  <a:pt x="451" y="180"/>
                </a:lnTo>
                <a:lnTo>
                  <a:pt x="707" y="180"/>
                </a:lnTo>
                <a:lnTo>
                  <a:pt x="711" y="180"/>
                </a:lnTo>
                <a:lnTo>
                  <a:pt x="713" y="179"/>
                </a:lnTo>
                <a:lnTo>
                  <a:pt x="716" y="178"/>
                </a:lnTo>
                <a:lnTo>
                  <a:pt x="718" y="176"/>
                </a:lnTo>
                <a:lnTo>
                  <a:pt x="719" y="174"/>
                </a:lnTo>
                <a:lnTo>
                  <a:pt x="721" y="172"/>
                </a:lnTo>
                <a:lnTo>
                  <a:pt x="721" y="168"/>
                </a:lnTo>
                <a:lnTo>
                  <a:pt x="722" y="165"/>
                </a:lnTo>
                <a:lnTo>
                  <a:pt x="722" y="15"/>
                </a:lnTo>
                <a:lnTo>
                  <a:pt x="721" y="12"/>
                </a:lnTo>
                <a:lnTo>
                  <a:pt x="721" y="10"/>
                </a:lnTo>
                <a:lnTo>
                  <a:pt x="719" y="6"/>
                </a:lnTo>
                <a:lnTo>
                  <a:pt x="718" y="4"/>
                </a:lnTo>
                <a:lnTo>
                  <a:pt x="716" y="2"/>
                </a:lnTo>
                <a:lnTo>
                  <a:pt x="713" y="1"/>
                </a:lnTo>
                <a:lnTo>
                  <a:pt x="711" y="0"/>
                </a:lnTo>
                <a:lnTo>
                  <a:pt x="707" y="0"/>
                </a:lnTo>
                <a:lnTo>
                  <a:pt x="165" y="0"/>
                </a:lnTo>
                <a:lnTo>
                  <a:pt x="163" y="0"/>
                </a:lnTo>
                <a:lnTo>
                  <a:pt x="159" y="1"/>
                </a:lnTo>
                <a:lnTo>
                  <a:pt x="157" y="2"/>
                </a:lnTo>
                <a:lnTo>
                  <a:pt x="155" y="4"/>
                </a:lnTo>
                <a:lnTo>
                  <a:pt x="153" y="6"/>
                </a:lnTo>
                <a:lnTo>
                  <a:pt x="152" y="10"/>
                </a:lnTo>
                <a:lnTo>
                  <a:pt x="151" y="12"/>
                </a:lnTo>
                <a:lnTo>
                  <a:pt x="150" y="15"/>
                </a:lnTo>
                <a:lnTo>
                  <a:pt x="150" y="165"/>
                </a:lnTo>
                <a:lnTo>
                  <a:pt x="151" y="168"/>
                </a:lnTo>
                <a:lnTo>
                  <a:pt x="152" y="172"/>
                </a:lnTo>
                <a:lnTo>
                  <a:pt x="153" y="174"/>
                </a:lnTo>
                <a:lnTo>
                  <a:pt x="155" y="176"/>
                </a:lnTo>
                <a:lnTo>
                  <a:pt x="157" y="178"/>
                </a:lnTo>
                <a:lnTo>
                  <a:pt x="159" y="179"/>
                </a:lnTo>
                <a:lnTo>
                  <a:pt x="163" y="180"/>
                </a:lnTo>
                <a:lnTo>
                  <a:pt x="165" y="180"/>
                </a:lnTo>
                <a:lnTo>
                  <a:pt x="421" y="180"/>
                </a:lnTo>
                <a:lnTo>
                  <a:pt x="421" y="421"/>
                </a:lnTo>
                <a:lnTo>
                  <a:pt x="105" y="421"/>
                </a:lnTo>
                <a:lnTo>
                  <a:pt x="101" y="421"/>
                </a:lnTo>
                <a:lnTo>
                  <a:pt x="99" y="423"/>
                </a:lnTo>
                <a:lnTo>
                  <a:pt x="96" y="424"/>
                </a:lnTo>
                <a:lnTo>
                  <a:pt x="94" y="426"/>
                </a:lnTo>
                <a:lnTo>
                  <a:pt x="93" y="428"/>
                </a:lnTo>
                <a:lnTo>
                  <a:pt x="91" y="431"/>
                </a:lnTo>
                <a:lnTo>
                  <a:pt x="91" y="433"/>
                </a:lnTo>
                <a:lnTo>
                  <a:pt x="90" y="436"/>
                </a:lnTo>
                <a:lnTo>
                  <a:pt x="90" y="662"/>
                </a:lnTo>
                <a:lnTo>
                  <a:pt x="15" y="662"/>
                </a:lnTo>
                <a:lnTo>
                  <a:pt x="11" y="663"/>
                </a:lnTo>
                <a:lnTo>
                  <a:pt x="9" y="664"/>
                </a:lnTo>
                <a:lnTo>
                  <a:pt x="6" y="665"/>
                </a:lnTo>
                <a:lnTo>
                  <a:pt x="4" y="667"/>
                </a:lnTo>
                <a:lnTo>
                  <a:pt x="2" y="669"/>
                </a:lnTo>
                <a:lnTo>
                  <a:pt x="1" y="671"/>
                </a:lnTo>
                <a:lnTo>
                  <a:pt x="0" y="675"/>
                </a:lnTo>
                <a:lnTo>
                  <a:pt x="0" y="678"/>
                </a:lnTo>
                <a:lnTo>
                  <a:pt x="0" y="858"/>
                </a:lnTo>
                <a:lnTo>
                  <a:pt x="0" y="861"/>
                </a:lnTo>
                <a:lnTo>
                  <a:pt x="1" y="863"/>
                </a:lnTo>
                <a:lnTo>
                  <a:pt x="2" y="867"/>
                </a:lnTo>
                <a:lnTo>
                  <a:pt x="4" y="869"/>
                </a:lnTo>
                <a:lnTo>
                  <a:pt x="6" y="871"/>
                </a:lnTo>
                <a:lnTo>
                  <a:pt x="9" y="872"/>
                </a:lnTo>
                <a:lnTo>
                  <a:pt x="11" y="873"/>
                </a:lnTo>
                <a:lnTo>
                  <a:pt x="15" y="873"/>
                </a:lnTo>
                <a:lnTo>
                  <a:pt x="196" y="873"/>
                </a:lnTo>
                <a:lnTo>
                  <a:pt x="198" y="873"/>
                </a:lnTo>
                <a:lnTo>
                  <a:pt x="201" y="872"/>
                </a:lnTo>
                <a:lnTo>
                  <a:pt x="203" y="871"/>
                </a:lnTo>
                <a:lnTo>
                  <a:pt x="205" y="869"/>
                </a:lnTo>
                <a:lnTo>
                  <a:pt x="208" y="867"/>
                </a:lnTo>
                <a:lnTo>
                  <a:pt x="209" y="863"/>
                </a:lnTo>
                <a:lnTo>
                  <a:pt x="210" y="861"/>
                </a:lnTo>
                <a:lnTo>
                  <a:pt x="211" y="858"/>
                </a:lnTo>
                <a:lnTo>
                  <a:pt x="211" y="677"/>
                </a:lnTo>
                <a:lnTo>
                  <a:pt x="210" y="675"/>
                </a:lnTo>
                <a:lnTo>
                  <a:pt x="209" y="671"/>
                </a:lnTo>
                <a:lnTo>
                  <a:pt x="208" y="669"/>
                </a:lnTo>
                <a:lnTo>
                  <a:pt x="205" y="667"/>
                </a:lnTo>
                <a:lnTo>
                  <a:pt x="203" y="665"/>
                </a:lnTo>
                <a:lnTo>
                  <a:pt x="201" y="664"/>
                </a:lnTo>
                <a:lnTo>
                  <a:pt x="198" y="663"/>
                </a:lnTo>
                <a:lnTo>
                  <a:pt x="196" y="663"/>
                </a:lnTo>
                <a:lnTo>
                  <a:pt x="120" y="662"/>
                </a:lnTo>
                <a:lnTo>
                  <a:pt x="120" y="451"/>
                </a:lnTo>
                <a:lnTo>
                  <a:pt x="421" y="451"/>
                </a:lnTo>
                <a:lnTo>
                  <a:pt x="421" y="662"/>
                </a:lnTo>
                <a:lnTo>
                  <a:pt x="346" y="662"/>
                </a:lnTo>
                <a:lnTo>
                  <a:pt x="343" y="663"/>
                </a:lnTo>
                <a:lnTo>
                  <a:pt x="340" y="664"/>
                </a:lnTo>
                <a:lnTo>
                  <a:pt x="337" y="665"/>
                </a:lnTo>
                <a:lnTo>
                  <a:pt x="335" y="667"/>
                </a:lnTo>
                <a:lnTo>
                  <a:pt x="333" y="669"/>
                </a:lnTo>
                <a:lnTo>
                  <a:pt x="332" y="671"/>
                </a:lnTo>
                <a:lnTo>
                  <a:pt x="331" y="675"/>
                </a:lnTo>
                <a:lnTo>
                  <a:pt x="331" y="678"/>
                </a:lnTo>
                <a:lnTo>
                  <a:pt x="331" y="858"/>
                </a:lnTo>
                <a:lnTo>
                  <a:pt x="331" y="861"/>
                </a:lnTo>
                <a:lnTo>
                  <a:pt x="332" y="863"/>
                </a:lnTo>
                <a:lnTo>
                  <a:pt x="333" y="867"/>
                </a:lnTo>
                <a:lnTo>
                  <a:pt x="335" y="869"/>
                </a:lnTo>
                <a:lnTo>
                  <a:pt x="337" y="871"/>
                </a:lnTo>
                <a:lnTo>
                  <a:pt x="340" y="872"/>
                </a:lnTo>
                <a:lnTo>
                  <a:pt x="343" y="873"/>
                </a:lnTo>
                <a:lnTo>
                  <a:pt x="346" y="873"/>
                </a:lnTo>
                <a:lnTo>
                  <a:pt x="526" y="873"/>
                </a:lnTo>
                <a:lnTo>
                  <a:pt x="529" y="873"/>
                </a:lnTo>
                <a:lnTo>
                  <a:pt x="533" y="872"/>
                </a:lnTo>
                <a:lnTo>
                  <a:pt x="535" y="871"/>
                </a:lnTo>
                <a:lnTo>
                  <a:pt x="537" y="869"/>
                </a:lnTo>
                <a:lnTo>
                  <a:pt x="539" y="867"/>
                </a:lnTo>
                <a:lnTo>
                  <a:pt x="540" y="863"/>
                </a:lnTo>
                <a:lnTo>
                  <a:pt x="541" y="861"/>
                </a:lnTo>
                <a:lnTo>
                  <a:pt x="541" y="858"/>
                </a:lnTo>
                <a:lnTo>
                  <a:pt x="541" y="677"/>
                </a:lnTo>
                <a:lnTo>
                  <a:pt x="541" y="675"/>
                </a:lnTo>
                <a:lnTo>
                  <a:pt x="540" y="671"/>
                </a:lnTo>
                <a:lnTo>
                  <a:pt x="539" y="669"/>
                </a:lnTo>
                <a:lnTo>
                  <a:pt x="537" y="667"/>
                </a:lnTo>
                <a:lnTo>
                  <a:pt x="535" y="665"/>
                </a:lnTo>
                <a:lnTo>
                  <a:pt x="533" y="664"/>
                </a:lnTo>
                <a:lnTo>
                  <a:pt x="529" y="663"/>
                </a:lnTo>
                <a:lnTo>
                  <a:pt x="526" y="663"/>
                </a:lnTo>
                <a:lnTo>
                  <a:pt x="451" y="662"/>
                </a:lnTo>
                <a:lnTo>
                  <a:pt x="451" y="451"/>
                </a:lnTo>
                <a:lnTo>
                  <a:pt x="752" y="451"/>
                </a:lnTo>
                <a:lnTo>
                  <a:pt x="752" y="662"/>
                </a:lnTo>
                <a:lnTo>
                  <a:pt x="677" y="662"/>
                </a:lnTo>
                <a:lnTo>
                  <a:pt x="674" y="663"/>
                </a:lnTo>
                <a:lnTo>
                  <a:pt x="671" y="664"/>
                </a:lnTo>
                <a:lnTo>
                  <a:pt x="669" y="665"/>
                </a:lnTo>
                <a:lnTo>
                  <a:pt x="667" y="667"/>
                </a:lnTo>
                <a:lnTo>
                  <a:pt x="664" y="669"/>
                </a:lnTo>
                <a:lnTo>
                  <a:pt x="663" y="671"/>
                </a:lnTo>
                <a:lnTo>
                  <a:pt x="662" y="675"/>
                </a:lnTo>
                <a:lnTo>
                  <a:pt x="662" y="678"/>
                </a:lnTo>
                <a:lnTo>
                  <a:pt x="662" y="858"/>
                </a:lnTo>
                <a:lnTo>
                  <a:pt x="662" y="861"/>
                </a:lnTo>
                <a:lnTo>
                  <a:pt x="663" y="863"/>
                </a:lnTo>
                <a:lnTo>
                  <a:pt x="664" y="867"/>
                </a:lnTo>
                <a:lnTo>
                  <a:pt x="667" y="869"/>
                </a:lnTo>
                <a:lnTo>
                  <a:pt x="669" y="871"/>
                </a:lnTo>
                <a:lnTo>
                  <a:pt x="671" y="872"/>
                </a:lnTo>
                <a:lnTo>
                  <a:pt x="674" y="873"/>
                </a:lnTo>
                <a:lnTo>
                  <a:pt x="677" y="873"/>
                </a:lnTo>
                <a:lnTo>
                  <a:pt x="858" y="873"/>
                </a:lnTo>
                <a:lnTo>
                  <a:pt x="861" y="873"/>
                </a:lnTo>
                <a:lnTo>
                  <a:pt x="864" y="872"/>
                </a:lnTo>
                <a:lnTo>
                  <a:pt x="866" y="871"/>
                </a:lnTo>
                <a:lnTo>
                  <a:pt x="868" y="869"/>
                </a:lnTo>
                <a:lnTo>
                  <a:pt x="870" y="867"/>
                </a:lnTo>
                <a:lnTo>
                  <a:pt x="871" y="863"/>
                </a:lnTo>
                <a:lnTo>
                  <a:pt x="873" y="861"/>
                </a:lnTo>
                <a:lnTo>
                  <a:pt x="873" y="858"/>
                </a:lnTo>
                <a:lnTo>
                  <a:pt x="873" y="677"/>
                </a:lnTo>
                <a:lnTo>
                  <a:pt x="873" y="675"/>
                </a:lnTo>
                <a:lnTo>
                  <a:pt x="871" y="671"/>
                </a:lnTo>
                <a:lnTo>
                  <a:pt x="870" y="669"/>
                </a:lnTo>
                <a:lnTo>
                  <a:pt x="868" y="667"/>
                </a:lnTo>
                <a:lnTo>
                  <a:pt x="866" y="665"/>
                </a:lnTo>
                <a:lnTo>
                  <a:pt x="864" y="664"/>
                </a:lnTo>
                <a:lnTo>
                  <a:pt x="861" y="663"/>
                </a:lnTo>
                <a:lnTo>
                  <a:pt x="858" y="66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18F6A58-01C2-4B8A-97EE-31A198442337}"/>
              </a:ext>
            </a:extLst>
          </p:cNvPr>
          <p:cNvGrpSpPr/>
          <p:nvPr/>
        </p:nvGrpSpPr>
        <p:grpSpPr>
          <a:xfrm>
            <a:off x="10516987" y="4297223"/>
            <a:ext cx="287338" cy="249238"/>
            <a:chOff x="2598738" y="2530475"/>
            <a:chExt cx="287338" cy="249238"/>
          </a:xfrm>
          <a:solidFill>
            <a:srgbClr val="7F7F7F"/>
          </a:solidFill>
        </p:grpSpPr>
        <p:sp>
          <p:nvSpPr>
            <p:cNvPr id="72" name="Freeform 527">
              <a:extLst>
                <a:ext uri="{FF2B5EF4-FFF2-40B4-BE49-F238E27FC236}">
                  <a16:creationId xmlns:a16="http://schemas.microsoft.com/office/drawing/2014/main" id="{9A958697-9F7E-46A0-A31A-A67FAB2A3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888" y="2625725"/>
              <a:ext cx="123825" cy="134938"/>
            </a:xfrm>
            <a:custGeom>
              <a:avLst/>
              <a:gdLst>
                <a:gd name="T0" fmla="*/ 187 w 391"/>
                <a:gd name="T1" fmla="*/ 0 h 421"/>
                <a:gd name="T2" fmla="*/ 172 w 391"/>
                <a:gd name="T3" fmla="*/ 19 h 421"/>
                <a:gd name="T4" fmla="*/ 155 w 391"/>
                <a:gd name="T5" fmla="*/ 36 h 421"/>
                <a:gd name="T6" fmla="*/ 135 w 391"/>
                <a:gd name="T7" fmla="*/ 52 h 421"/>
                <a:gd name="T8" fmla="*/ 113 w 391"/>
                <a:gd name="T9" fmla="*/ 65 h 421"/>
                <a:gd name="T10" fmla="*/ 91 w 391"/>
                <a:gd name="T11" fmla="*/ 76 h 421"/>
                <a:gd name="T12" fmla="*/ 67 w 391"/>
                <a:gd name="T13" fmla="*/ 83 h 421"/>
                <a:gd name="T14" fmla="*/ 41 w 391"/>
                <a:gd name="T15" fmla="*/ 89 h 421"/>
                <a:gd name="T16" fmla="*/ 15 w 391"/>
                <a:gd name="T17" fmla="*/ 90 h 421"/>
                <a:gd name="T18" fmla="*/ 0 w 391"/>
                <a:gd name="T19" fmla="*/ 89 h 421"/>
                <a:gd name="T20" fmla="*/ 1 w 391"/>
                <a:gd name="T21" fmla="*/ 410 h 421"/>
                <a:gd name="T22" fmla="*/ 3 w 391"/>
                <a:gd name="T23" fmla="*/ 415 h 421"/>
                <a:gd name="T24" fmla="*/ 6 w 391"/>
                <a:gd name="T25" fmla="*/ 418 h 421"/>
                <a:gd name="T26" fmla="*/ 11 w 391"/>
                <a:gd name="T27" fmla="*/ 421 h 421"/>
                <a:gd name="T28" fmla="*/ 77 w 391"/>
                <a:gd name="T29" fmla="*/ 421 h 421"/>
                <a:gd name="T30" fmla="*/ 75 w 391"/>
                <a:gd name="T31" fmla="*/ 406 h 421"/>
                <a:gd name="T32" fmla="*/ 77 w 391"/>
                <a:gd name="T33" fmla="*/ 385 h 421"/>
                <a:gd name="T34" fmla="*/ 83 w 391"/>
                <a:gd name="T35" fmla="*/ 366 h 421"/>
                <a:gd name="T36" fmla="*/ 93 w 391"/>
                <a:gd name="T37" fmla="*/ 347 h 421"/>
                <a:gd name="T38" fmla="*/ 106 w 391"/>
                <a:gd name="T39" fmla="*/ 331 h 421"/>
                <a:gd name="T40" fmla="*/ 122 w 391"/>
                <a:gd name="T41" fmla="*/ 318 h 421"/>
                <a:gd name="T42" fmla="*/ 139 w 391"/>
                <a:gd name="T43" fmla="*/ 309 h 421"/>
                <a:gd name="T44" fmla="*/ 159 w 391"/>
                <a:gd name="T45" fmla="*/ 303 h 421"/>
                <a:gd name="T46" fmla="*/ 181 w 391"/>
                <a:gd name="T47" fmla="*/ 301 h 421"/>
                <a:gd name="T48" fmla="*/ 201 w 391"/>
                <a:gd name="T49" fmla="*/ 303 h 421"/>
                <a:gd name="T50" fmla="*/ 222 w 391"/>
                <a:gd name="T51" fmla="*/ 309 h 421"/>
                <a:gd name="T52" fmla="*/ 240 w 391"/>
                <a:gd name="T53" fmla="*/ 318 h 421"/>
                <a:gd name="T54" fmla="*/ 255 w 391"/>
                <a:gd name="T55" fmla="*/ 331 h 421"/>
                <a:gd name="T56" fmla="*/ 268 w 391"/>
                <a:gd name="T57" fmla="*/ 347 h 421"/>
                <a:gd name="T58" fmla="*/ 277 w 391"/>
                <a:gd name="T59" fmla="*/ 366 h 421"/>
                <a:gd name="T60" fmla="*/ 284 w 391"/>
                <a:gd name="T61" fmla="*/ 385 h 421"/>
                <a:gd name="T62" fmla="*/ 286 w 391"/>
                <a:gd name="T63" fmla="*/ 406 h 421"/>
                <a:gd name="T64" fmla="*/ 285 w 391"/>
                <a:gd name="T65" fmla="*/ 421 h 421"/>
                <a:gd name="T66" fmla="*/ 379 w 391"/>
                <a:gd name="T67" fmla="*/ 420 h 421"/>
                <a:gd name="T68" fmla="*/ 385 w 391"/>
                <a:gd name="T69" fmla="*/ 418 h 421"/>
                <a:gd name="T70" fmla="*/ 389 w 391"/>
                <a:gd name="T71" fmla="*/ 415 h 421"/>
                <a:gd name="T72" fmla="*/ 391 w 391"/>
                <a:gd name="T73" fmla="*/ 410 h 421"/>
                <a:gd name="T74" fmla="*/ 391 w 391"/>
                <a:gd name="T75" fmla="*/ 15 h 421"/>
                <a:gd name="T76" fmla="*/ 390 w 391"/>
                <a:gd name="T77" fmla="*/ 8 h 421"/>
                <a:gd name="T78" fmla="*/ 387 w 391"/>
                <a:gd name="T79" fmla="*/ 4 h 421"/>
                <a:gd name="T80" fmla="*/ 382 w 391"/>
                <a:gd name="T81" fmla="*/ 1 h 421"/>
                <a:gd name="T82" fmla="*/ 376 w 391"/>
                <a:gd name="T83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1" h="421">
                  <a:moveTo>
                    <a:pt x="376" y="0"/>
                  </a:moveTo>
                  <a:lnTo>
                    <a:pt x="187" y="0"/>
                  </a:lnTo>
                  <a:lnTo>
                    <a:pt x="180" y="9"/>
                  </a:lnTo>
                  <a:lnTo>
                    <a:pt x="172" y="19"/>
                  </a:lnTo>
                  <a:lnTo>
                    <a:pt x="164" y="28"/>
                  </a:lnTo>
                  <a:lnTo>
                    <a:pt x="155" y="36"/>
                  </a:lnTo>
                  <a:lnTo>
                    <a:pt x="145" y="45"/>
                  </a:lnTo>
                  <a:lnTo>
                    <a:pt x="135" y="52"/>
                  </a:lnTo>
                  <a:lnTo>
                    <a:pt x="125" y="59"/>
                  </a:lnTo>
                  <a:lnTo>
                    <a:pt x="113" y="65"/>
                  </a:lnTo>
                  <a:lnTo>
                    <a:pt x="103" y="71"/>
                  </a:lnTo>
                  <a:lnTo>
                    <a:pt x="91" y="76"/>
                  </a:lnTo>
                  <a:lnTo>
                    <a:pt x="79" y="80"/>
                  </a:lnTo>
                  <a:lnTo>
                    <a:pt x="67" y="83"/>
                  </a:lnTo>
                  <a:lnTo>
                    <a:pt x="54" y="87"/>
                  </a:lnTo>
                  <a:lnTo>
                    <a:pt x="41" y="89"/>
                  </a:lnTo>
                  <a:lnTo>
                    <a:pt x="29" y="90"/>
                  </a:lnTo>
                  <a:lnTo>
                    <a:pt x="15" y="90"/>
                  </a:lnTo>
                  <a:lnTo>
                    <a:pt x="7" y="90"/>
                  </a:lnTo>
                  <a:lnTo>
                    <a:pt x="0" y="89"/>
                  </a:lnTo>
                  <a:lnTo>
                    <a:pt x="0" y="406"/>
                  </a:lnTo>
                  <a:lnTo>
                    <a:pt x="1" y="410"/>
                  </a:lnTo>
                  <a:lnTo>
                    <a:pt x="1" y="412"/>
                  </a:lnTo>
                  <a:lnTo>
                    <a:pt x="3" y="415"/>
                  </a:lnTo>
                  <a:lnTo>
                    <a:pt x="4" y="417"/>
                  </a:lnTo>
                  <a:lnTo>
                    <a:pt x="6" y="418"/>
                  </a:lnTo>
                  <a:lnTo>
                    <a:pt x="9" y="420"/>
                  </a:lnTo>
                  <a:lnTo>
                    <a:pt x="11" y="421"/>
                  </a:lnTo>
                  <a:lnTo>
                    <a:pt x="15" y="421"/>
                  </a:lnTo>
                  <a:lnTo>
                    <a:pt x="77" y="421"/>
                  </a:lnTo>
                  <a:lnTo>
                    <a:pt x="76" y="414"/>
                  </a:lnTo>
                  <a:lnTo>
                    <a:pt x="75" y="406"/>
                  </a:lnTo>
                  <a:lnTo>
                    <a:pt x="76" y="396"/>
                  </a:lnTo>
                  <a:lnTo>
                    <a:pt x="77" y="385"/>
                  </a:lnTo>
                  <a:lnTo>
                    <a:pt x="80" y="375"/>
                  </a:lnTo>
                  <a:lnTo>
                    <a:pt x="83" y="366"/>
                  </a:lnTo>
                  <a:lnTo>
                    <a:pt x="88" y="356"/>
                  </a:lnTo>
                  <a:lnTo>
                    <a:pt x="93" y="347"/>
                  </a:lnTo>
                  <a:lnTo>
                    <a:pt x="99" y="339"/>
                  </a:lnTo>
                  <a:lnTo>
                    <a:pt x="106" y="331"/>
                  </a:lnTo>
                  <a:lnTo>
                    <a:pt x="113" y="325"/>
                  </a:lnTo>
                  <a:lnTo>
                    <a:pt x="122" y="318"/>
                  </a:lnTo>
                  <a:lnTo>
                    <a:pt x="130" y="313"/>
                  </a:lnTo>
                  <a:lnTo>
                    <a:pt x="139" y="309"/>
                  </a:lnTo>
                  <a:lnTo>
                    <a:pt x="150" y="305"/>
                  </a:lnTo>
                  <a:lnTo>
                    <a:pt x="159" y="303"/>
                  </a:lnTo>
                  <a:lnTo>
                    <a:pt x="170" y="301"/>
                  </a:lnTo>
                  <a:lnTo>
                    <a:pt x="181" y="301"/>
                  </a:lnTo>
                  <a:lnTo>
                    <a:pt x="192" y="301"/>
                  </a:lnTo>
                  <a:lnTo>
                    <a:pt x="201" y="303"/>
                  </a:lnTo>
                  <a:lnTo>
                    <a:pt x="212" y="305"/>
                  </a:lnTo>
                  <a:lnTo>
                    <a:pt x="222" y="309"/>
                  </a:lnTo>
                  <a:lnTo>
                    <a:pt x="230" y="313"/>
                  </a:lnTo>
                  <a:lnTo>
                    <a:pt x="240" y="318"/>
                  </a:lnTo>
                  <a:lnTo>
                    <a:pt x="247" y="325"/>
                  </a:lnTo>
                  <a:lnTo>
                    <a:pt x="255" y="331"/>
                  </a:lnTo>
                  <a:lnTo>
                    <a:pt x="261" y="339"/>
                  </a:lnTo>
                  <a:lnTo>
                    <a:pt x="268" y="347"/>
                  </a:lnTo>
                  <a:lnTo>
                    <a:pt x="273" y="356"/>
                  </a:lnTo>
                  <a:lnTo>
                    <a:pt x="277" y="366"/>
                  </a:lnTo>
                  <a:lnTo>
                    <a:pt x="282" y="375"/>
                  </a:lnTo>
                  <a:lnTo>
                    <a:pt x="284" y="385"/>
                  </a:lnTo>
                  <a:lnTo>
                    <a:pt x="285" y="396"/>
                  </a:lnTo>
                  <a:lnTo>
                    <a:pt x="286" y="406"/>
                  </a:lnTo>
                  <a:lnTo>
                    <a:pt x="286" y="414"/>
                  </a:lnTo>
                  <a:lnTo>
                    <a:pt x="285" y="421"/>
                  </a:lnTo>
                  <a:lnTo>
                    <a:pt x="376" y="421"/>
                  </a:lnTo>
                  <a:lnTo>
                    <a:pt x="379" y="420"/>
                  </a:lnTo>
                  <a:lnTo>
                    <a:pt x="382" y="420"/>
                  </a:lnTo>
                  <a:lnTo>
                    <a:pt x="385" y="418"/>
                  </a:lnTo>
                  <a:lnTo>
                    <a:pt x="387" y="417"/>
                  </a:lnTo>
                  <a:lnTo>
                    <a:pt x="389" y="415"/>
                  </a:lnTo>
                  <a:lnTo>
                    <a:pt x="390" y="412"/>
                  </a:lnTo>
                  <a:lnTo>
                    <a:pt x="391" y="410"/>
                  </a:lnTo>
                  <a:lnTo>
                    <a:pt x="391" y="406"/>
                  </a:lnTo>
                  <a:lnTo>
                    <a:pt x="391" y="15"/>
                  </a:lnTo>
                  <a:lnTo>
                    <a:pt x="391" y="12"/>
                  </a:lnTo>
                  <a:lnTo>
                    <a:pt x="390" y="8"/>
                  </a:lnTo>
                  <a:lnTo>
                    <a:pt x="389" y="6"/>
                  </a:lnTo>
                  <a:lnTo>
                    <a:pt x="387" y="4"/>
                  </a:lnTo>
                  <a:lnTo>
                    <a:pt x="385" y="2"/>
                  </a:lnTo>
                  <a:lnTo>
                    <a:pt x="382" y="1"/>
                  </a:lnTo>
                  <a:lnTo>
                    <a:pt x="37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28">
              <a:extLst>
                <a:ext uri="{FF2B5EF4-FFF2-40B4-BE49-F238E27FC236}">
                  <a16:creationId xmlns:a16="http://schemas.microsoft.com/office/drawing/2014/main" id="{83F5CED5-EC59-44A7-BB1E-6DAA3AFE7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738" y="2692400"/>
              <a:ext cx="47625" cy="9525"/>
            </a:xfrm>
            <a:custGeom>
              <a:avLst/>
              <a:gdLst>
                <a:gd name="T0" fmla="*/ 136 w 151"/>
                <a:gd name="T1" fmla="*/ 0 h 30"/>
                <a:gd name="T2" fmla="*/ 15 w 151"/>
                <a:gd name="T3" fmla="*/ 0 h 30"/>
                <a:gd name="T4" fmla="*/ 12 w 151"/>
                <a:gd name="T5" fmla="*/ 1 h 30"/>
                <a:gd name="T6" fmla="*/ 9 w 151"/>
                <a:gd name="T7" fmla="*/ 1 h 30"/>
                <a:gd name="T8" fmla="*/ 7 w 151"/>
                <a:gd name="T9" fmla="*/ 3 h 30"/>
                <a:gd name="T10" fmla="*/ 5 w 151"/>
                <a:gd name="T11" fmla="*/ 4 h 30"/>
                <a:gd name="T12" fmla="*/ 3 w 151"/>
                <a:gd name="T13" fmla="*/ 6 h 30"/>
                <a:gd name="T14" fmla="*/ 2 w 151"/>
                <a:gd name="T15" fmla="*/ 10 h 30"/>
                <a:gd name="T16" fmla="*/ 0 w 151"/>
                <a:gd name="T17" fmla="*/ 13 h 30"/>
                <a:gd name="T18" fmla="*/ 0 w 151"/>
                <a:gd name="T19" fmla="*/ 15 h 30"/>
                <a:gd name="T20" fmla="*/ 0 w 151"/>
                <a:gd name="T21" fmla="*/ 18 h 30"/>
                <a:gd name="T22" fmla="*/ 2 w 151"/>
                <a:gd name="T23" fmla="*/ 21 h 30"/>
                <a:gd name="T24" fmla="*/ 3 w 151"/>
                <a:gd name="T25" fmla="*/ 24 h 30"/>
                <a:gd name="T26" fmla="*/ 5 w 151"/>
                <a:gd name="T27" fmla="*/ 26 h 30"/>
                <a:gd name="T28" fmla="*/ 7 w 151"/>
                <a:gd name="T29" fmla="*/ 28 h 30"/>
                <a:gd name="T30" fmla="*/ 9 w 151"/>
                <a:gd name="T31" fmla="*/ 29 h 30"/>
                <a:gd name="T32" fmla="*/ 12 w 151"/>
                <a:gd name="T33" fmla="*/ 30 h 30"/>
                <a:gd name="T34" fmla="*/ 15 w 151"/>
                <a:gd name="T35" fmla="*/ 30 h 30"/>
                <a:gd name="T36" fmla="*/ 136 w 151"/>
                <a:gd name="T37" fmla="*/ 30 h 30"/>
                <a:gd name="T38" fmla="*/ 139 w 151"/>
                <a:gd name="T39" fmla="*/ 30 h 30"/>
                <a:gd name="T40" fmla="*/ 142 w 151"/>
                <a:gd name="T41" fmla="*/ 29 h 30"/>
                <a:gd name="T42" fmla="*/ 144 w 151"/>
                <a:gd name="T43" fmla="*/ 28 h 30"/>
                <a:gd name="T44" fmla="*/ 146 w 151"/>
                <a:gd name="T45" fmla="*/ 26 h 30"/>
                <a:gd name="T46" fmla="*/ 148 w 151"/>
                <a:gd name="T47" fmla="*/ 24 h 30"/>
                <a:gd name="T48" fmla="*/ 150 w 151"/>
                <a:gd name="T49" fmla="*/ 21 h 30"/>
                <a:gd name="T50" fmla="*/ 151 w 151"/>
                <a:gd name="T51" fmla="*/ 18 h 30"/>
                <a:gd name="T52" fmla="*/ 151 w 151"/>
                <a:gd name="T53" fmla="*/ 15 h 30"/>
                <a:gd name="T54" fmla="*/ 151 w 151"/>
                <a:gd name="T55" fmla="*/ 13 h 30"/>
                <a:gd name="T56" fmla="*/ 150 w 151"/>
                <a:gd name="T57" fmla="*/ 10 h 30"/>
                <a:gd name="T58" fmla="*/ 148 w 151"/>
                <a:gd name="T59" fmla="*/ 8 h 30"/>
                <a:gd name="T60" fmla="*/ 146 w 151"/>
                <a:gd name="T61" fmla="*/ 4 h 30"/>
                <a:gd name="T62" fmla="*/ 144 w 151"/>
                <a:gd name="T63" fmla="*/ 3 h 30"/>
                <a:gd name="T64" fmla="*/ 142 w 151"/>
                <a:gd name="T65" fmla="*/ 1 h 30"/>
                <a:gd name="T66" fmla="*/ 139 w 151"/>
                <a:gd name="T67" fmla="*/ 1 h 30"/>
                <a:gd name="T68" fmla="*/ 136 w 15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30">
                  <a:moveTo>
                    <a:pt x="136" y="0"/>
                  </a:moveTo>
                  <a:lnTo>
                    <a:pt x="15" y="0"/>
                  </a:lnTo>
                  <a:lnTo>
                    <a:pt x="12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136" y="30"/>
                  </a:lnTo>
                  <a:lnTo>
                    <a:pt x="139" y="30"/>
                  </a:lnTo>
                  <a:lnTo>
                    <a:pt x="142" y="29"/>
                  </a:lnTo>
                  <a:lnTo>
                    <a:pt x="144" y="28"/>
                  </a:lnTo>
                  <a:lnTo>
                    <a:pt x="146" y="26"/>
                  </a:lnTo>
                  <a:lnTo>
                    <a:pt x="148" y="24"/>
                  </a:lnTo>
                  <a:lnTo>
                    <a:pt x="150" y="21"/>
                  </a:lnTo>
                  <a:lnTo>
                    <a:pt x="151" y="18"/>
                  </a:lnTo>
                  <a:lnTo>
                    <a:pt x="151" y="15"/>
                  </a:lnTo>
                  <a:lnTo>
                    <a:pt x="151" y="13"/>
                  </a:lnTo>
                  <a:lnTo>
                    <a:pt x="150" y="10"/>
                  </a:lnTo>
                  <a:lnTo>
                    <a:pt x="148" y="8"/>
                  </a:lnTo>
                  <a:lnTo>
                    <a:pt x="146" y="4"/>
                  </a:lnTo>
                  <a:lnTo>
                    <a:pt x="144" y="3"/>
                  </a:lnTo>
                  <a:lnTo>
                    <a:pt x="142" y="1"/>
                  </a:lnTo>
                  <a:lnTo>
                    <a:pt x="139" y="1"/>
                  </a:lnTo>
                  <a:lnTo>
                    <a:pt x="1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29">
              <a:extLst>
                <a:ext uri="{FF2B5EF4-FFF2-40B4-BE49-F238E27FC236}">
                  <a16:creationId xmlns:a16="http://schemas.microsoft.com/office/drawing/2014/main" id="{67D92154-D809-4A24-ADBA-A184552F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788" y="2711450"/>
              <a:ext cx="28575" cy="11113"/>
            </a:xfrm>
            <a:custGeom>
              <a:avLst/>
              <a:gdLst>
                <a:gd name="T0" fmla="*/ 76 w 91"/>
                <a:gd name="T1" fmla="*/ 0 h 31"/>
                <a:gd name="T2" fmla="*/ 16 w 91"/>
                <a:gd name="T3" fmla="*/ 0 h 31"/>
                <a:gd name="T4" fmla="*/ 12 w 91"/>
                <a:gd name="T5" fmla="*/ 1 h 31"/>
                <a:gd name="T6" fmla="*/ 10 w 91"/>
                <a:gd name="T7" fmla="*/ 1 h 31"/>
                <a:gd name="T8" fmla="*/ 7 w 91"/>
                <a:gd name="T9" fmla="*/ 3 h 31"/>
                <a:gd name="T10" fmla="*/ 5 w 91"/>
                <a:gd name="T11" fmla="*/ 5 h 31"/>
                <a:gd name="T12" fmla="*/ 3 w 91"/>
                <a:gd name="T13" fmla="*/ 8 h 31"/>
                <a:gd name="T14" fmla="*/ 2 w 91"/>
                <a:gd name="T15" fmla="*/ 10 h 31"/>
                <a:gd name="T16" fmla="*/ 0 w 91"/>
                <a:gd name="T17" fmla="*/ 13 h 31"/>
                <a:gd name="T18" fmla="*/ 0 w 91"/>
                <a:gd name="T19" fmla="*/ 15 h 31"/>
                <a:gd name="T20" fmla="*/ 0 w 91"/>
                <a:gd name="T21" fmla="*/ 18 h 31"/>
                <a:gd name="T22" fmla="*/ 2 w 91"/>
                <a:gd name="T23" fmla="*/ 22 h 31"/>
                <a:gd name="T24" fmla="*/ 3 w 91"/>
                <a:gd name="T25" fmla="*/ 24 h 31"/>
                <a:gd name="T26" fmla="*/ 5 w 91"/>
                <a:gd name="T27" fmla="*/ 26 h 31"/>
                <a:gd name="T28" fmla="*/ 7 w 91"/>
                <a:gd name="T29" fmla="*/ 28 h 31"/>
                <a:gd name="T30" fmla="*/ 10 w 91"/>
                <a:gd name="T31" fmla="*/ 29 h 31"/>
                <a:gd name="T32" fmla="*/ 12 w 91"/>
                <a:gd name="T33" fmla="*/ 30 h 31"/>
                <a:gd name="T34" fmla="*/ 16 w 91"/>
                <a:gd name="T35" fmla="*/ 31 h 31"/>
                <a:gd name="T36" fmla="*/ 76 w 91"/>
                <a:gd name="T37" fmla="*/ 31 h 31"/>
                <a:gd name="T38" fmla="*/ 79 w 91"/>
                <a:gd name="T39" fmla="*/ 30 h 31"/>
                <a:gd name="T40" fmla="*/ 82 w 91"/>
                <a:gd name="T41" fmla="*/ 29 h 31"/>
                <a:gd name="T42" fmla="*/ 84 w 91"/>
                <a:gd name="T43" fmla="*/ 28 h 31"/>
                <a:gd name="T44" fmla="*/ 86 w 91"/>
                <a:gd name="T45" fmla="*/ 26 h 31"/>
                <a:gd name="T46" fmla="*/ 88 w 91"/>
                <a:gd name="T47" fmla="*/ 24 h 31"/>
                <a:gd name="T48" fmla="*/ 90 w 91"/>
                <a:gd name="T49" fmla="*/ 22 h 31"/>
                <a:gd name="T50" fmla="*/ 91 w 91"/>
                <a:gd name="T51" fmla="*/ 18 h 31"/>
                <a:gd name="T52" fmla="*/ 91 w 91"/>
                <a:gd name="T53" fmla="*/ 15 h 31"/>
                <a:gd name="T54" fmla="*/ 91 w 91"/>
                <a:gd name="T55" fmla="*/ 13 h 31"/>
                <a:gd name="T56" fmla="*/ 90 w 91"/>
                <a:gd name="T57" fmla="*/ 10 h 31"/>
                <a:gd name="T58" fmla="*/ 88 w 91"/>
                <a:gd name="T59" fmla="*/ 8 h 31"/>
                <a:gd name="T60" fmla="*/ 86 w 91"/>
                <a:gd name="T61" fmla="*/ 5 h 31"/>
                <a:gd name="T62" fmla="*/ 84 w 91"/>
                <a:gd name="T63" fmla="*/ 3 h 31"/>
                <a:gd name="T64" fmla="*/ 82 w 91"/>
                <a:gd name="T65" fmla="*/ 2 h 31"/>
                <a:gd name="T66" fmla="*/ 79 w 91"/>
                <a:gd name="T67" fmla="*/ 1 h 31"/>
                <a:gd name="T68" fmla="*/ 76 w 91"/>
                <a:gd name="T69" fmla="*/ 0 h 31"/>
                <a:gd name="T70" fmla="*/ 76 w 91"/>
                <a:gd name="T7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1" h="31">
                  <a:moveTo>
                    <a:pt x="76" y="0"/>
                  </a:moveTo>
                  <a:lnTo>
                    <a:pt x="16" y="0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10" y="29"/>
                  </a:lnTo>
                  <a:lnTo>
                    <a:pt x="12" y="30"/>
                  </a:lnTo>
                  <a:lnTo>
                    <a:pt x="16" y="31"/>
                  </a:lnTo>
                  <a:lnTo>
                    <a:pt x="76" y="31"/>
                  </a:lnTo>
                  <a:lnTo>
                    <a:pt x="79" y="30"/>
                  </a:lnTo>
                  <a:lnTo>
                    <a:pt x="82" y="29"/>
                  </a:lnTo>
                  <a:lnTo>
                    <a:pt x="84" y="28"/>
                  </a:lnTo>
                  <a:lnTo>
                    <a:pt x="86" y="26"/>
                  </a:lnTo>
                  <a:lnTo>
                    <a:pt x="88" y="24"/>
                  </a:lnTo>
                  <a:lnTo>
                    <a:pt x="90" y="22"/>
                  </a:lnTo>
                  <a:lnTo>
                    <a:pt x="91" y="18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0" y="10"/>
                  </a:lnTo>
                  <a:lnTo>
                    <a:pt x="88" y="8"/>
                  </a:lnTo>
                  <a:lnTo>
                    <a:pt x="86" y="5"/>
                  </a:lnTo>
                  <a:lnTo>
                    <a:pt x="84" y="3"/>
                  </a:lnTo>
                  <a:lnTo>
                    <a:pt x="82" y="2"/>
                  </a:lnTo>
                  <a:lnTo>
                    <a:pt x="79" y="1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30">
              <a:extLst>
                <a:ext uri="{FF2B5EF4-FFF2-40B4-BE49-F238E27FC236}">
                  <a16:creationId xmlns:a16="http://schemas.microsoft.com/office/drawing/2014/main" id="{C331234E-9EA9-4C57-9933-731231499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313" y="2732088"/>
              <a:ext cx="19050" cy="9525"/>
            </a:xfrm>
            <a:custGeom>
              <a:avLst/>
              <a:gdLst>
                <a:gd name="T0" fmla="*/ 45 w 60"/>
                <a:gd name="T1" fmla="*/ 0 h 30"/>
                <a:gd name="T2" fmla="*/ 15 w 60"/>
                <a:gd name="T3" fmla="*/ 0 h 30"/>
                <a:gd name="T4" fmla="*/ 11 w 60"/>
                <a:gd name="T5" fmla="*/ 0 h 30"/>
                <a:gd name="T6" fmla="*/ 9 w 60"/>
                <a:gd name="T7" fmla="*/ 1 h 30"/>
                <a:gd name="T8" fmla="*/ 6 w 60"/>
                <a:gd name="T9" fmla="*/ 2 h 30"/>
                <a:gd name="T10" fmla="*/ 4 w 60"/>
                <a:gd name="T11" fmla="*/ 5 h 30"/>
                <a:gd name="T12" fmla="*/ 2 w 60"/>
                <a:gd name="T13" fmla="*/ 7 h 30"/>
                <a:gd name="T14" fmla="*/ 1 w 60"/>
                <a:gd name="T15" fmla="*/ 9 h 30"/>
                <a:gd name="T16" fmla="*/ 0 w 60"/>
                <a:gd name="T17" fmla="*/ 12 h 30"/>
                <a:gd name="T18" fmla="*/ 0 w 60"/>
                <a:gd name="T19" fmla="*/ 15 h 30"/>
                <a:gd name="T20" fmla="*/ 0 w 60"/>
                <a:gd name="T21" fmla="*/ 17 h 30"/>
                <a:gd name="T22" fmla="*/ 1 w 60"/>
                <a:gd name="T23" fmla="*/ 21 h 30"/>
                <a:gd name="T24" fmla="*/ 2 w 60"/>
                <a:gd name="T25" fmla="*/ 23 h 30"/>
                <a:gd name="T26" fmla="*/ 4 w 60"/>
                <a:gd name="T27" fmla="*/ 26 h 30"/>
                <a:gd name="T28" fmla="*/ 6 w 60"/>
                <a:gd name="T29" fmla="*/ 27 h 30"/>
                <a:gd name="T30" fmla="*/ 9 w 60"/>
                <a:gd name="T31" fmla="*/ 29 h 30"/>
                <a:gd name="T32" fmla="*/ 11 w 60"/>
                <a:gd name="T33" fmla="*/ 29 h 30"/>
                <a:gd name="T34" fmla="*/ 15 w 60"/>
                <a:gd name="T35" fmla="*/ 30 h 30"/>
                <a:gd name="T36" fmla="*/ 45 w 60"/>
                <a:gd name="T37" fmla="*/ 30 h 30"/>
                <a:gd name="T38" fmla="*/ 48 w 60"/>
                <a:gd name="T39" fmla="*/ 29 h 30"/>
                <a:gd name="T40" fmla="*/ 51 w 60"/>
                <a:gd name="T41" fmla="*/ 29 h 30"/>
                <a:gd name="T42" fmla="*/ 53 w 60"/>
                <a:gd name="T43" fmla="*/ 27 h 30"/>
                <a:gd name="T44" fmla="*/ 55 w 60"/>
                <a:gd name="T45" fmla="*/ 26 h 30"/>
                <a:gd name="T46" fmla="*/ 57 w 60"/>
                <a:gd name="T47" fmla="*/ 23 h 30"/>
                <a:gd name="T48" fmla="*/ 59 w 60"/>
                <a:gd name="T49" fmla="*/ 21 h 30"/>
                <a:gd name="T50" fmla="*/ 60 w 60"/>
                <a:gd name="T51" fmla="*/ 17 h 30"/>
                <a:gd name="T52" fmla="*/ 60 w 60"/>
                <a:gd name="T53" fmla="*/ 15 h 30"/>
                <a:gd name="T54" fmla="*/ 60 w 60"/>
                <a:gd name="T55" fmla="*/ 12 h 30"/>
                <a:gd name="T56" fmla="*/ 59 w 60"/>
                <a:gd name="T57" fmla="*/ 9 h 30"/>
                <a:gd name="T58" fmla="*/ 57 w 60"/>
                <a:gd name="T59" fmla="*/ 7 h 30"/>
                <a:gd name="T60" fmla="*/ 55 w 60"/>
                <a:gd name="T61" fmla="*/ 5 h 30"/>
                <a:gd name="T62" fmla="*/ 53 w 60"/>
                <a:gd name="T63" fmla="*/ 2 h 30"/>
                <a:gd name="T64" fmla="*/ 51 w 60"/>
                <a:gd name="T65" fmla="*/ 1 h 30"/>
                <a:gd name="T66" fmla="*/ 48 w 60"/>
                <a:gd name="T67" fmla="*/ 0 h 30"/>
                <a:gd name="T68" fmla="*/ 45 w 6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" h="30">
                  <a:moveTo>
                    <a:pt x="45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4" y="26"/>
                  </a:lnTo>
                  <a:lnTo>
                    <a:pt x="6" y="27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5" y="30"/>
                  </a:lnTo>
                  <a:lnTo>
                    <a:pt x="45" y="30"/>
                  </a:lnTo>
                  <a:lnTo>
                    <a:pt x="48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6"/>
                  </a:lnTo>
                  <a:lnTo>
                    <a:pt x="57" y="23"/>
                  </a:lnTo>
                  <a:lnTo>
                    <a:pt x="59" y="21"/>
                  </a:lnTo>
                  <a:lnTo>
                    <a:pt x="60" y="17"/>
                  </a:lnTo>
                  <a:lnTo>
                    <a:pt x="60" y="15"/>
                  </a:lnTo>
                  <a:lnTo>
                    <a:pt x="60" y="12"/>
                  </a:lnTo>
                  <a:lnTo>
                    <a:pt x="59" y="9"/>
                  </a:lnTo>
                  <a:lnTo>
                    <a:pt x="57" y="7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1"/>
                  </a:lnTo>
                  <a:lnTo>
                    <a:pt x="48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31">
              <a:extLst>
                <a:ext uri="{FF2B5EF4-FFF2-40B4-BE49-F238E27FC236}">
                  <a16:creationId xmlns:a16="http://schemas.microsoft.com/office/drawing/2014/main" id="{6ADA05A3-1293-46DC-8224-3676BC286D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3500" y="2530475"/>
              <a:ext cx="114300" cy="114300"/>
            </a:xfrm>
            <a:custGeom>
              <a:avLst/>
              <a:gdLst>
                <a:gd name="T0" fmla="*/ 167 w 362"/>
                <a:gd name="T1" fmla="*/ 103 h 362"/>
                <a:gd name="T2" fmla="*/ 169 w 362"/>
                <a:gd name="T3" fmla="*/ 98 h 362"/>
                <a:gd name="T4" fmla="*/ 172 w 362"/>
                <a:gd name="T5" fmla="*/ 94 h 362"/>
                <a:gd name="T6" fmla="*/ 177 w 362"/>
                <a:gd name="T7" fmla="*/ 92 h 362"/>
                <a:gd name="T8" fmla="*/ 184 w 362"/>
                <a:gd name="T9" fmla="*/ 92 h 362"/>
                <a:gd name="T10" fmla="*/ 189 w 362"/>
                <a:gd name="T11" fmla="*/ 94 h 362"/>
                <a:gd name="T12" fmla="*/ 193 w 362"/>
                <a:gd name="T13" fmla="*/ 98 h 362"/>
                <a:gd name="T14" fmla="*/ 196 w 362"/>
                <a:gd name="T15" fmla="*/ 103 h 362"/>
                <a:gd name="T16" fmla="*/ 196 w 362"/>
                <a:gd name="T17" fmla="*/ 181 h 362"/>
                <a:gd name="T18" fmla="*/ 244 w 362"/>
                <a:gd name="T19" fmla="*/ 182 h 362"/>
                <a:gd name="T20" fmla="*/ 249 w 362"/>
                <a:gd name="T21" fmla="*/ 184 h 362"/>
                <a:gd name="T22" fmla="*/ 254 w 362"/>
                <a:gd name="T23" fmla="*/ 188 h 362"/>
                <a:gd name="T24" fmla="*/ 256 w 362"/>
                <a:gd name="T25" fmla="*/ 193 h 362"/>
                <a:gd name="T26" fmla="*/ 256 w 362"/>
                <a:gd name="T27" fmla="*/ 199 h 362"/>
                <a:gd name="T28" fmla="*/ 254 w 362"/>
                <a:gd name="T29" fmla="*/ 204 h 362"/>
                <a:gd name="T30" fmla="*/ 249 w 362"/>
                <a:gd name="T31" fmla="*/ 208 h 362"/>
                <a:gd name="T32" fmla="*/ 244 w 362"/>
                <a:gd name="T33" fmla="*/ 211 h 362"/>
                <a:gd name="T34" fmla="*/ 181 w 362"/>
                <a:gd name="T35" fmla="*/ 212 h 362"/>
                <a:gd name="T36" fmla="*/ 175 w 362"/>
                <a:gd name="T37" fmla="*/ 211 h 362"/>
                <a:gd name="T38" fmla="*/ 170 w 362"/>
                <a:gd name="T39" fmla="*/ 206 h 362"/>
                <a:gd name="T40" fmla="*/ 167 w 362"/>
                <a:gd name="T41" fmla="*/ 202 h 362"/>
                <a:gd name="T42" fmla="*/ 166 w 362"/>
                <a:gd name="T43" fmla="*/ 197 h 362"/>
                <a:gd name="T44" fmla="*/ 181 w 362"/>
                <a:gd name="T45" fmla="*/ 362 h 362"/>
                <a:gd name="T46" fmla="*/ 217 w 362"/>
                <a:gd name="T47" fmla="*/ 359 h 362"/>
                <a:gd name="T48" fmla="*/ 251 w 362"/>
                <a:gd name="T49" fmla="*/ 348 h 362"/>
                <a:gd name="T50" fmla="*/ 281 w 362"/>
                <a:gd name="T51" fmla="*/ 331 h 362"/>
                <a:gd name="T52" fmla="*/ 308 w 362"/>
                <a:gd name="T53" fmla="*/ 309 h 362"/>
                <a:gd name="T54" fmla="*/ 331 w 362"/>
                <a:gd name="T55" fmla="*/ 282 h 362"/>
                <a:gd name="T56" fmla="*/ 347 w 362"/>
                <a:gd name="T57" fmla="*/ 251 h 362"/>
                <a:gd name="T58" fmla="*/ 358 w 362"/>
                <a:gd name="T59" fmla="*/ 217 h 362"/>
                <a:gd name="T60" fmla="*/ 362 w 362"/>
                <a:gd name="T61" fmla="*/ 182 h 362"/>
                <a:gd name="T62" fmla="*/ 358 w 362"/>
                <a:gd name="T63" fmla="*/ 145 h 362"/>
                <a:gd name="T64" fmla="*/ 347 w 362"/>
                <a:gd name="T65" fmla="*/ 111 h 362"/>
                <a:gd name="T66" fmla="*/ 331 w 362"/>
                <a:gd name="T67" fmla="*/ 80 h 362"/>
                <a:gd name="T68" fmla="*/ 308 w 362"/>
                <a:gd name="T69" fmla="*/ 53 h 362"/>
                <a:gd name="T70" fmla="*/ 281 w 362"/>
                <a:gd name="T71" fmla="*/ 31 h 362"/>
                <a:gd name="T72" fmla="*/ 251 w 362"/>
                <a:gd name="T73" fmla="*/ 14 h 362"/>
                <a:gd name="T74" fmla="*/ 217 w 362"/>
                <a:gd name="T75" fmla="*/ 5 h 362"/>
                <a:gd name="T76" fmla="*/ 181 w 362"/>
                <a:gd name="T77" fmla="*/ 0 h 362"/>
                <a:gd name="T78" fmla="*/ 144 w 362"/>
                <a:gd name="T79" fmla="*/ 5 h 362"/>
                <a:gd name="T80" fmla="*/ 111 w 362"/>
                <a:gd name="T81" fmla="*/ 14 h 362"/>
                <a:gd name="T82" fmla="*/ 80 w 362"/>
                <a:gd name="T83" fmla="*/ 31 h 362"/>
                <a:gd name="T84" fmla="*/ 53 w 362"/>
                <a:gd name="T85" fmla="*/ 53 h 362"/>
                <a:gd name="T86" fmla="*/ 32 w 362"/>
                <a:gd name="T87" fmla="*/ 80 h 362"/>
                <a:gd name="T88" fmla="*/ 14 w 362"/>
                <a:gd name="T89" fmla="*/ 111 h 362"/>
                <a:gd name="T90" fmla="*/ 4 w 362"/>
                <a:gd name="T91" fmla="*/ 145 h 362"/>
                <a:gd name="T92" fmla="*/ 0 w 362"/>
                <a:gd name="T93" fmla="*/ 182 h 362"/>
                <a:gd name="T94" fmla="*/ 4 w 362"/>
                <a:gd name="T95" fmla="*/ 217 h 362"/>
                <a:gd name="T96" fmla="*/ 14 w 362"/>
                <a:gd name="T97" fmla="*/ 251 h 362"/>
                <a:gd name="T98" fmla="*/ 32 w 362"/>
                <a:gd name="T99" fmla="*/ 282 h 362"/>
                <a:gd name="T100" fmla="*/ 53 w 362"/>
                <a:gd name="T101" fmla="*/ 309 h 362"/>
                <a:gd name="T102" fmla="*/ 80 w 362"/>
                <a:gd name="T103" fmla="*/ 331 h 362"/>
                <a:gd name="T104" fmla="*/ 111 w 362"/>
                <a:gd name="T105" fmla="*/ 348 h 362"/>
                <a:gd name="T106" fmla="*/ 144 w 362"/>
                <a:gd name="T107" fmla="*/ 359 h 362"/>
                <a:gd name="T108" fmla="*/ 181 w 362"/>
                <a:gd name="T10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2" h="362">
                  <a:moveTo>
                    <a:pt x="166" y="105"/>
                  </a:moveTo>
                  <a:lnTo>
                    <a:pt x="167" y="103"/>
                  </a:lnTo>
                  <a:lnTo>
                    <a:pt x="167" y="100"/>
                  </a:lnTo>
                  <a:lnTo>
                    <a:pt x="169" y="98"/>
                  </a:lnTo>
                  <a:lnTo>
                    <a:pt x="170" y="95"/>
                  </a:lnTo>
                  <a:lnTo>
                    <a:pt x="172" y="94"/>
                  </a:lnTo>
                  <a:lnTo>
                    <a:pt x="175" y="92"/>
                  </a:lnTo>
                  <a:lnTo>
                    <a:pt x="177" y="92"/>
                  </a:lnTo>
                  <a:lnTo>
                    <a:pt x="181" y="90"/>
                  </a:lnTo>
                  <a:lnTo>
                    <a:pt x="184" y="92"/>
                  </a:lnTo>
                  <a:lnTo>
                    <a:pt x="187" y="92"/>
                  </a:lnTo>
                  <a:lnTo>
                    <a:pt x="189" y="94"/>
                  </a:lnTo>
                  <a:lnTo>
                    <a:pt x="191" y="95"/>
                  </a:lnTo>
                  <a:lnTo>
                    <a:pt x="193" y="98"/>
                  </a:lnTo>
                  <a:lnTo>
                    <a:pt x="195" y="100"/>
                  </a:lnTo>
                  <a:lnTo>
                    <a:pt x="196" y="103"/>
                  </a:lnTo>
                  <a:lnTo>
                    <a:pt x="196" y="105"/>
                  </a:lnTo>
                  <a:lnTo>
                    <a:pt x="196" y="181"/>
                  </a:lnTo>
                  <a:lnTo>
                    <a:pt x="241" y="181"/>
                  </a:lnTo>
                  <a:lnTo>
                    <a:pt x="244" y="182"/>
                  </a:lnTo>
                  <a:lnTo>
                    <a:pt x="247" y="183"/>
                  </a:lnTo>
                  <a:lnTo>
                    <a:pt x="249" y="184"/>
                  </a:lnTo>
                  <a:lnTo>
                    <a:pt x="251" y="186"/>
                  </a:lnTo>
                  <a:lnTo>
                    <a:pt x="254" y="188"/>
                  </a:lnTo>
                  <a:lnTo>
                    <a:pt x="255" y="190"/>
                  </a:lnTo>
                  <a:lnTo>
                    <a:pt x="256" y="193"/>
                  </a:lnTo>
                  <a:lnTo>
                    <a:pt x="256" y="197"/>
                  </a:lnTo>
                  <a:lnTo>
                    <a:pt x="256" y="199"/>
                  </a:lnTo>
                  <a:lnTo>
                    <a:pt x="255" y="202"/>
                  </a:lnTo>
                  <a:lnTo>
                    <a:pt x="254" y="204"/>
                  </a:lnTo>
                  <a:lnTo>
                    <a:pt x="251" y="206"/>
                  </a:lnTo>
                  <a:lnTo>
                    <a:pt x="249" y="208"/>
                  </a:lnTo>
                  <a:lnTo>
                    <a:pt x="247" y="211"/>
                  </a:lnTo>
                  <a:lnTo>
                    <a:pt x="244" y="211"/>
                  </a:lnTo>
                  <a:lnTo>
                    <a:pt x="241" y="212"/>
                  </a:lnTo>
                  <a:lnTo>
                    <a:pt x="181" y="212"/>
                  </a:lnTo>
                  <a:lnTo>
                    <a:pt x="177" y="211"/>
                  </a:lnTo>
                  <a:lnTo>
                    <a:pt x="175" y="211"/>
                  </a:lnTo>
                  <a:lnTo>
                    <a:pt x="172" y="208"/>
                  </a:lnTo>
                  <a:lnTo>
                    <a:pt x="170" y="206"/>
                  </a:lnTo>
                  <a:lnTo>
                    <a:pt x="169" y="204"/>
                  </a:lnTo>
                  <a:lnTo>
                    <a:pt x="167" y="202"/>
                  </a:lnTo>
                  <a:lnTo>
                    <a:pt x="167" y="199"/>
                  </a:lnTo>
                  <a:lnTo>
                    <a:pt x="166" y="197"/>
                  </a:lnTo>
                  <a:lnTo>
                    <a:pt x="166" y="105"/>
                  </a:lnTo>
                  <a:close/>
                  <a:moveTo>
                    <a:pt x="181" y="362"/>
                  </a:moveTo>
                  <a:lnTo>
                    <a:pt x="200" y="361"/>
                  </a:lnTo>
                  <a:lnTo>
                    <a:pt x="217" y="359"/>
                  </a:lnTo>
                  <a:lnTo>
                    <a:pt x="234" y="353"/>
                  </a:lnTo>
                  <a:lnTo>
                    <a:pt x="251" y="348"/>
                  </a:lnTo>
                  <a:lnTo>
                    <a:pt x="268" y="340"/>
                  </a:lnTo>
                  <a:lnTo>
                    <a:pt x="281" y="331"/>
                  </a:lnTo>
                  <a:lnTo>
                    <a:pt x="295" y="320"/>
                  </a:lnTo>
                  <a:lnTo>
                    <a:pt x="308" y="309"/>
                  </a:lnTo>
                  <a:lnTo>
                    <a:pt x="320" y="296"/>
                  </a:lnTo>
                  <a:lnTo>
                    <a:pt x="331" y="282"/>
                  </a:lnTo>
                  <a:lnTo>
                    <a:pt x="339" y="267"/>
                  </a:lnTo>
                  <a:lnTo>
                    <a:pt x="347" y="251"/>
                  </a:lnTo>
                  <a:lnTo>
                    <a:pt x="353" y="235"/>
                  </a:lnTo>
                  <a:lnTo>
                    <a:pt x="358" y="217"/>
                  </a:lnTo>
                  <a:lnTo>
                    <a:pt x="361" y="200"/>
                  </a:lnTo>
                  <a:lnTo>
                    <a:pt x="362" y="182"/>
                  </a:lnTo>
                  <a:lnTo>
                    <a:pt x="361" y="162"/>
                  </a:lnTo>
                  <a:lnTo>
                    <a:pt x="358" y="145"/>
                  </a:lnTo>
                  <a:lnTo>
                    <a:pt x="353" y="127"/>
                  </a:lnTo>
                  <a:lnTo>
                    <a:pt x="347" y="111"/>
                  </a:lnTo>
                  <a:lnTo>
                    <a:pt x="339" y="95"/>
                  </a:lnTo>
                  <a:lnTo>
                    <a:pt x="331" y="80"/>
                  </a:lnTo>
                  <a:lnTo>
                    <a:pt x="320" y="66"/>
                  </a:lnTo>
                  <a:lnTo>
                    <a:pt x="308" y="53"/>
                  </a:lnTo>
                  <a:lnTo>
                    <a:pt x="295" y="42"/>
                  </a:lnTo>
                  <a:lnTo>
                    <a:pt x="281" y="31"/>
                  </a:lnTo>
                  <a:lnTo>
                    <a:pt x="268" y="22"/>
                  </a:lnTo>
                  <a:lnTo>
                    <a:pt x="251" y="14"/>
                  </a:lnTo>
                  <a:lnTo>
                    <a:pt x="234" y="9"/>
                  </a:lnTo>
                  <a:lnTo>
                    <a:pt x="217" y="5"/>
                  </a:lnTo>
                  <a:lnTo>
                    <a:pt x="200" y="1"/>
                  </a:lnTo>
                  <a:lnTo>
                    <a:pt x="181" y="0"/>
                  </a:lnTo>
                  <a:lnTo>
                    <a:pt x="162" y="1"/>
                  </a:lnTo>
                  <a:lnTo>
                    <a:pt x="144" y="5"/>
                  </a:lnTo>
                  <a:lnTo>
                    <a:pt x="127" y="9"/>
                  </a:lnTo>
                  <a:lnTo>
                    <a:pt x="111" y="14"/>
                  </a:lnTo>
                  <a:lnTo>
                    <a:pt x="95" y="22"/>
                  </a:lnTo>
                  <a:lnTo>
                    <a:pt x="80" y="31"/>
                  </a:lnTo>
                  <a:lnTo>
                    <a:pt x="66" y="42"/>
                  </a:lnTo>
                  <a:lnTo>
                    <a:pt x="53" y="53"/>
                  </a:lnTo>
                  <a:lnTo>
                    <a:pt x="41" y="66"/>
                  </a:lnTo>
                  <a:lnTo>
                    <a:pt x="32" y="80"/>
                  </a:lnTo>
                  <a:lnTo>
                    <a:pt x="22" y="95"/>
                  </a:lnTo>
                  <a:lnTo>
                    <a:pt x="14" y="111"/>
                  </a:lnTo>
                  <a:lnTo>
                    <a:pt x="8" y="128"/>
                  </a:lnTo>
                  <a:lnTo>
                    <a:pt x="4" y="145"/>
                  </a:lnTo>
                  <a:lnTo>
                    <a:pt x="2" y="162"/>
                  </a:lnTo>
                  <a:lnTo>
                    <a:pt x="0" y="182"/>
                  </a:lnTo>
                  <a:lnTo>
                    <a:pt x="2" y="200"/>
                  </a:lnTo>
                  <a:lnTo>
                    <a:pt x="4" y="217"/>
                  </a:lnTo>
                  <a:lnTo>
                    <a:pt x="8" y="235"/>
                  </a:lnTo>
                  <a:lnTo>
                    <a:pt x="14" y="251"/>
                  </a:lnTo>
                  <a:lnTo>
                    <a:pt x="22" y="267"/>
                  </a:lnTo>
                  <a:lnTo>
                    <a:pt x="32" y="282"/>
                  </a:lnTo>
                  <a:lnTo>
                    <a:pt x="41" y="296"/>
                  </a:lnTo>
                  <a:lnTo>
                    <a:pt x="53" y="309"/>
                  </a:lnTo>
                  <a:lnTo>
                    <a:pt x="66" y="320"/>
                  </a:lnTo>
                  <a:lnTo>
                    <a:pt x="80" y="331"/>
                  </a:lnTo>
                  <a:lnTo>
                    <a:pt x="95" y="340"/>
                  </a:lnTo>
                  <a:lnTo>
                    <a:pt x="111" y="348"/>
                  </a:lnTo>
                  <a:lnTo>
                    <a:pt x="127" y="353"/>
                  </a:lnTo>
                  <a:lnTo>
                    <a:pt x="144" y="359"/>
                  </a:lnTo>
                  <a:lnTo>
                    <a:pt x="162" y="361"/>
                  </a:lnTo>
                  <a:lnTo>
                    <a:pt x="181" y="3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32">
              <a:extLst>
                <a:ext uri="{FF2B5EF4-FFF2-40B4-BE49-F238E27FC236}">
                  <a16:creationId xmlns:a16="http://schemas.microsoft.com/office/drawing/2014/main" id="{FA4D6B7E-6F35-4229-B442-5A4006567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225" y="2732088"/>
              <a:ext cx="47625" cy="47625"/>
            </a:xfrm>
            <a:custGeom>
              <a:avLst/>
              <a:gdLst>
                <a:gd name="T0" fmla="*/ 67 w 150"/>
                <a:gd name="T1" fmla="*/ 0 h 150"/>
                <a:gd name="T2" fmla="*/ 52 w 150"/>
                <a:gd name="T3" fmla="*/ 3 h 150"/>
                <a:gd name="T4" fmla="*/ 38 w 150"/>
                <a:gd name="T5" fmla="*/ 9 h 150"/>
                <a:gd name="T6" fmla="*/ 27 w 150"/>
                <a:gd name="T7" fmla="*/ 17 h 150"/>
                <a:gd name="T8" fmla="*/ 17 w 150"/>
                <a:gd name="T9" fmla="*/ 27 h 150"/>
                <a:gd name="T10" fmla="*/ 8 w 150"/>
                <a:gd name="T11" fmla="*/ 39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8 w 150"/>
                <a:gd name="T21" fmla="*/ 111 h 150"/>
                <a:gd name="T22" fmla="*/ 17 w 150"/>
                <a:gd name="T23" fmla="*/ 123 h 150"/>
                <a:gd name="T24" fmla="*/ 27 w 150"/>
                <a:gd name="T25" fmla="*/ 133 h 150"/>
                <a:gd name="T26" fmla="*/ 38 w 150"/>
                <a:gd name="T27" fmla="*/ 141 h 150"/>
                <a:gd name="T28" fmla="*/ 52 w 150"/>
                <a:gd name="T29" fmla="*/ 147 h 150"/>
                <a:gd name="T30" fmla="*/ 67 w 150"/>
                <a:gd name="T31" fmla="*/ 150 h 150"/>
                <a:gd name="T32" fmla="*/ 82 w 150"/>
                <a:gd name="T33" fmla="*/ 150 h 150"/>
                <a:gd name="T34" fmla="*/ 97 w 150"/>
                <a:gd name="T35" fmla="*/ 147 h 150"/>
                <a:gd name="T36" fmla="*/ 110 w 150"/>
                <a:gd name="T37" fmla="*/ 141 h 150"/>
                <a:gd name="T38" fmla="*/ 122 w 150"/>
                <a:gd name="T39" fmla="*/ 133 h 150"/>
                <a:gd name="T40" fmla="*/ 133 w 150"/>
                <a:gd name="T41" fmla="*/ 123 h 150"/>
                <a:gd name="T42" fmla="*/ 140 w 150"/>
                <a:gd name="T43" fmla="*/ 111 h 150"/>
                <a:gd name="T44" fmla="*/ 147 w 150"/>
                <a:gd name="T45" fmla="*/ 98 h 150"/>
                <a:gd name="T46" fmla="*/ 150 w 150"/>
                <a:gd name="T47" fmla="*/ 83 h 150"/>
                <a:gd name="T48" fmla="*/ 150 w 150"/>
                <a:gd name="T49" fmla="*/ 68 h 150"/>
                <a:gd name="T50" fmla="*/ 147 w 150"/>
                <a:gd name="T51" fmla="*/ 53 h 150"/>
                <a:gd name="T52" fmla="*/ 140 w 150"/>
                <a:gd name="T53" fmla="*/ 39 h 150"/>
                <a:gd name="T54" fmla="*/ 133 w 150"/>
                <a:gd name="T55" fmla="*/ 27 h 150"/>
                <a:gd name="T56" fmla="*/ 122 w 150"/>
                <a:gd name="T57" fmla="*/ 17 h 150"/>
                <a:gd name="T58" fmla="*/ 110 w 150"/>
                <a:gd name="T59" fmla="*/ 9 h 150"/>
                <a:gd name="T60" fmla="*/ 97 w 150"/>
                <a:gd name="T61" fmla="*/ 3 h 150"/>
                <a:gd name="T62" fmla="*/ 82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7" y="0"/>
                  </a:lnTo>
                  <a:lnTo>
                    <a:pt x="60" y="1"/>
                  </a:lnTo>
                  <a:lnTo>
                    <a:pt x="52" y="3"/>
                  </a:lnTo>
                  <a:lnTo>
                    <a:pt x="45" y="6"/>
                  </a:lnTo>
                  <a:lnTo>
                    <a:pt x="38" y="9"/>
                  </a:lnTo>
                  <a:lnTo>
                    <a:pt x="32" y="13"/>
                  </a:lnTo>
                  <a:lnTo>
                    <a:pt x="27" y="17"/>
                  </a:lnTo>
                  <a:lnTo>
                    <a:pt x="21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8" y="39"/>
                  </a:lnTo>
                  <a:lnTo>
                    <a:pt x="5" y="45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5" y="104"/>
                  </a:lnTo>
                  <a:lnTo>
                    <a:pt x="8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1" y="128"/>
                  </a:lnTo>
                  <a:lnTo>
                    <a:pt x="27" y="133"/>
                  </a:lnTo>
                  <a:lnTo>
                    <a:pt x="32" y="138"/>
                  </a:lnTo>
                  <a:lnTo>
                    <a:pt x="38" y="141"/>
                  </a:lnTo>
                  <a:lnTo>
                    <a:pt x="45" y="144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82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4"/>
                  </a:lnTo>
                  <a:lnTo>
                    <a:pt x="110" y="141"/>
                  </a:lnTo>
                  <a:lnTo>
                    <a:pt x="117" y="138"/>
                  </a:lnTo>
                  <a:lnTo>
                    <a:pt x="122" y="133"/>
                  </a:lnTo>
                  <a:lnTo>
                    <a:pt x="127" y="128"/>
                  </a:lnTo>
                  <a:lnTo>
                    <a:pt x="133" y="123"/>
                  </a:lnTo>
                  <a:lnTo>
                    <a:pt x="137" y="117"/>
                  </a:lnTo>
                  <a:lnTo>
                    <a:pt x="140" y="111"/>
                  </a:lnTo>
                  <a:lnTo>
                    <a:pt x="144" y="104"/>
                  </a:lnTo>
                  <a:lnTo>
                    <a:pt x="147" y="98"/>
                  </a:lnTo>
                  <a:lnTo>
                    <a:pt x="148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8"/>
                  </a:lnTo>
                  <a:lnTo>
                    <a:pt x="148" y="60"/>
                  </a:lnTo>
                  <a:lnTo>
                    <a:pt x="147" y="53"/>
                  </a:lnTo>
                  <a:lnTo>
                    <a:pt x="144" y="45"/>
                  </a:lnTo>
                  <a:lnTo>
                    <a:pt x="140" y="39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0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33">
              <a:extLst>
                <a:ext uri="{FF2B5EF4-FFF2-40B4-BE49-F238E27FC236}">
                  <a16:creationId xmlns:a16="http://schemas.microsoft.com/office/drawing/2014/main" id="{6D3DD28D-52F5-4B38-8390-DDA8AD25B3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238" y="2654300"/>
              <a:ext cx="96838" cy="106363"/>
            </a:xfrm>
            <a:custGeom>
              <a:avLst/>
              <a:gdLst>
                <a:gd name="T0" fmla="*/ 30 w 301"/>
                <a:gd name="T1" fmla="*/ 30 h 331"/>
                <a:gd name="T2" fmla="*/ 250 w 301"/>
                <a:gd name="T3" fmla="*/ 150 h 331"/>
                <a:gd name="T4" fmla="*/ 301 w 301"/>
                <a:gd name="T5" fmla="*/ 165 h 331"/>
                <a:gd name="T6" fmla="*/ 300 w 301"/>
                <a:gd name="T7" fmla="*/ 161 h 331"/>
                <a:gd name="T8" fmla="*/ 300 w 301"/>
                <a:gd name="T9" fmla="*/ 160 h 331"/>
                <a:gd name="T10" fmla="*/ 297 w 301"/>
                <a:gd name="T11" fmla="*/ 155 h 331"/>
                <a:gd name="T12" fmla="*/ 297 w 301"/>
                <a:gd name="T13" fmla="*/ 155 h 331"/>
                <a:gd name="T14" fmla="*/ 144 w 301"/>
                <a:gd name="T15" fmla="*/ 2 h 331"/>
                <a:gd name="T16" fmla="*/ 138 w 301"/>
                <a:gd name="T17" fmla="*/ 0 h 331"/>
                <a:gd name="T18" fmla="*/ 15 w 301"/>
                <a:gd name="T19" fmla="*/ 0 h 331"/>
                <a:gd name="T20" fmla="*/ 10 w 301"/>
                <a:gd name="T21" fmla="*/ 1 h 331"/>
                <a:gd name="T22" fmla="*/ 4 w 301"/>
                <a:gd name="T23" fmla="*/ 4 h 331"/>
                <a:gd name="T24" fmla="*/ 1 w 301"/>
                <a:gd name="T25" fmla="*/ 10 h 331"/>
                <a:gd name="T26" fmla="*/ 0 w 301"/>
                <a:gd name="T27" fmla="*/ 15 h 331"/>
                <a:gd name="T28" fmla="*/ 0 w 301"/>
                <a:gd name="T29" fmla="*/ 316 h 331"/>
                <a:gd name="T30" fmla="*/ 1 w 301"/>
                <a:gd name="T31" fmla="*/ 322 h 331"/>
                <a:gd name="T32" fmla="*/ 4 w 301"/>
                <a:gd name="T33" fmla="*/ 327 h 331"/>
                <a:gd name="T34" fmla="*/ 10 w 301"/>
                <a:gd name="T35" fmla="*/ 330 h 331"/>
                <a:gd name="T36" fmla="*/ 15 w 301"/>
                <a:gd name="T37" fmla="*/ 331 h 331"/>
                <a:gd name="T38" fmla="*/ 31 w 301"/>
                <a:gd name="T39" fmla="*/ 324 h 331"/>
                <a:gd name="T40" fmla="*/ 31 w 301"/>
                <a:gd name="T41" fmla="*/ 306 h 331"/>
                <a:gd name="T42" fmla="*/ 35 w 301"/>
                <a:gd name="T43" fmla="*/ 285 h 331"/>
                <a:gd name="T44" fmla="*/ 43 w 301"/>
                <a:gd name="T45" fmla="*/ 266 h 331"/>
                <a:gd name="T46" fmla="*/ 55 w 301"/>
                <a:gd name="T47" fmla="*/ 249 h 331"/>
                <a:gd name="T48" fmla="*/ 69 w 301"/>
                <a:gd name="T49" fmla="*/ 235 h 331"/>
                <a:gd name="T50" fmla="*/ 86 w 301"/>
                <a:gd name="T51" fmla="*/ 223 h 331"/>
                <a:gd name="T52" fmla="*/ 104 w 301"/>
                <a:gd name="T53" fmla="*/ 215 h 331"/>
                <a:gd name="T54" fmla="*/ 126 w 301"/>
                <a:gd name="T55" fmla="*/ 211 h 331"/>
                <a:gd name="T56" fmla="*/ 147 w 301"/>
                <a:gd name="T57" fmla="*/ 211 h 331"/>
                <a:gd name="T58" fmla="*/ 167 w 301"/>
                <a:gd name="T59" fmla="*/ 215 h 331"/>
                <a:gd name="T60" fmla="*/ 186 w 301"/>
                <a:gd name="T61" fmla="*/ 223 h 331"/>
                <a:gd name="T62" fmla="*/ 203 w 301"/>
                <a:gd name="T63" fmla="*/ 235 h 331"/>
                <a:gd name="T64" fmla="*/ 217 w 301"/>
                <a:gd name="T65" fmla="*/ 249 h 331"/>
                <a:gd name="T66" fmla="*/ 229 w 301"/>
                <a:gd name="T67" fmla="*/ 266 h 331"/>
                <a:gd name="T68" fmla="*/ 236 w 301"/>
                <a:gd name="T69" fmla="*/ 285 h 331"/>
                <a:gd name="T70" fmla="*/ 240 w 301"/>
                <a:gd name="T71" fmla="*/ 306 h 331"/>
                <a:gd name="T72" fmla="*/ 241 w 301"/>
                <a:gd name="T73" fmla="*/ 324 h 331"/>
                <a:gd name="T74" fmla="*/ 286 w 301"/>
                <a:gd name="T75" fmla="*/ 331 h 331"/>
                <a:gd name="T76" fmla="*/ 292 w 301"/>
                <a:gd name="T77" fmla="*/ 330 h 331"/>
                <a:gd name="T78" fmla="*/ 297 w 301"/>
                <a:gd name="T79" fmla="*/ 327 h 331"/>
                <a:gd name="T80" fmla="*/ 300 w 301"/>
                <a:gd name="T81" fmla="*/ 322 h 331"/>
                <a:gd name="T82" fmla="*/ 301 w 301"/>
                <a:gd name="T83" fmla="*/ 316 h 331"/>
                <a:gd name="T84" fmla="*/ 301 w 301"/>
                <a:gd name="T85" fmla="*/ 165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331">
                  <a:moveTo>
                    <a:pt x="30" y="150"/>
                  </a:moveTo>
                  <a:lnTo>
                    <a:pt x="30" y="30"/>
                  </a:lnTo>
                  <a:lnTo>
                    <a:pt x="130" y="30"/>
                  </a:lnTo>
                  <a:lnTo>
                    <a:pt x="250" y="150"/>
                  </a:lnTo>
                  <a:lnTo>
                    <a:pt x="30" y="150"/>
                  </a:lnTo>
                  <a:close/>
                  <a:moveTo>
                    <a:pt x="301" y="165"/>
                  </a:moveTo>
                  <a:lnTo>
                    <a:pt x="300" y="163"/>
                  </a:lnTo>
                  <a:lnTo>
                    <a:pt x="300" y="161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8" y="156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147" y="4"/>
                  </a:lnTo>
                  <a:lnTo>
                    <a:pt x="144" y="2"/>
                  </a:lnTo>
                  <a:lnTo>
                    <a:pt x="142" y="1"/>
                  </a:lnTo>
                  <a:lnTo>
                    <a:pt x="138" y="0"/>
                  </a:lnTo>
                  <a:lnTo>
                    <a:pt x="13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65"/>
                  </a:lnTo>
                  <a:lnTo>
                    <a:pt x="0" y="316"/>
                  </a:lnTo>
                  <a:lnTo>
                    <a:pt x="1" y="320"/>
                  </a:lnTo>
                  <a:lnTo>
                    <a:pt x="1" y="322"/>
                  </a:lnTo>
                  <a:lnTo>
                    <a:pt x="3" y="325"/>
                  </a:lnTo>
                  <a:lnTo>
                    <a:pt x="4" y="327"/>
                  </a:lnTo>
                  <a:lnTo>
                    <a:pt x="7" y="328"/>
                  </a:lnTo>
                  <a:lnTo>
                    <a:pt x="10" y="330"/>
                  </a:lnTo>
                  <a:lnTo>
                    <a:pt x="12" y="331"/>
                  </a:lnTo>
                  <a:lnTo>
                    <a:pt x="15" y="331"/>
                  </a:lnTo>
                  <a:lnTo>
                    <a:pt x="31" y="331"/>
                  </a:lnTo>
                  <a:lnTo>
                    <a:pt x="31" y="324"/>
                  </a:lnTo>
                  <a:lnTo>
                    <a:pt x="30" y="316"/>
                  </a:lnTo>
                  <a:lnTo>
                    <a:pt x="31" y="306"/>
                  </a:lnTo>
                  <a:lnTo>
                    <a:pt x="32" y="295"/>
                  </a:lnTo>
                  <a:lnTo>
                    <a:pt x="35" y="285"/>
                  </a:lnTo>
                  <a:lnTo>
                    <a:pt x="39" y="276"/>
                  </a:lnTo>
                  <a:lnTo>
                    <a:pt x="43" y="266"/>
                  </a:lnTo>
                  <a:lnTo>
                    <a:pt x="48" y="257"/>
                  </a:lnTo>
                  <a:lnTo>
                    <a:pt x="55" y="249"/>
                  </a:lnTo>
                  <a:lnTo>
                    <a:pt x="61" y="241"/>
                  </a:lnTo>
                  <a:lnTo>
                    <a:pt x="69" y="235"/>
                  </a:lnTo>
                  <a:lnTo>
                    <a:pt x="77" y="228"/>
                  </a:lnTo>
                  <a:lnTo>
                    <a:pt x="86" y="223"/>
                  </a:lnTo>
                  <a:lnTo>
                    <a:pt x="94" y="219"/>
                  </a:lnTo>
                  <a:lnTo>
                    <a:pt x="104" y="215"/>
                  </a:lnTo>
                  <a:lnTo>
                    <a:pt x="115" y="213"/>
                  </a:lnTo>
                  <a:lnTo>
                    <a:pt x="126" y="211"/>
                  </a:lnTo>
                  <a:lnTo>
                    <a:pt x="136" y="211"/>
                  </a:lnTo>
                  <a:lnTo>
                    <a:pt x="147" y="211"/>
                  </a:lnTo>
                  <a:lnTo>
                    <a:pt x="157" y="213"/>
                  </a:lnTo>
                  <a:lnTo>
                    <a:pt x="167" y="215"/>
                  </a:lnTo>
                  <a:lnTo>
                    <a:pt x="177" y="219"/>
                  </a:lnTo>
                  <a:lnTo>
                    <a:pt x="186" y="223"/>
                  </a:lnTo>
                  <a:lnTo>
                    <a:pt x="194" y="228"/>
                  </a:lnTo>
                  <a:lnTo>
                    <a:pt x="203" y="235"/>
                  </a:lnTo>
                  <a:lnTo>
                    <a:pt x="210" y="241"/>
                  </a:lnTo>
                  <a:lnTo>
                    <a:pt x="217" y="249"/>
                  </a:lnTo>
                  <a:lnTo>
                    <a:pt x="223" y="257"/>
                  </a:lnTo>
                  <a:lnTo>
                    <a:pt x="229" y="266"/>
                  </a:lnTo>
                  <a:lnTo>
                    <a:pt x="233" y="276"/>
                  </a:lnTo>
                  <a:lnTo>
                    <a:pt x="236" y="285"/>
                  </a:lnTo>
                  <a:lnTo>
                    <a:pt x="239" y="295"/>
                  </a:lnTo>
                  <a:lnTo>
                    <a:pt x="240" y="306"/>
                  </a:lnTo>
                  <a:lnTo>
                    <a:pt x="241" y="316"/>
                  </a:lnTo>
                  <a:lnTo>
                    <a:pt x="241" y="324"/>
                  </a:lnTo>
                  <a:lnTo>
                    <a:pt x="240" y="331"/>
                  </a:lnTo>
                  <a:lnTo>
                    <a:pt x="286" y="331"/>
                  </a:lnTo>
                  <a:lnTo>
                    <a:pt x="290" y="330"/>
                  </a:lnTo>
                  <a:lnTo>
                    <a:pt x="292" y="330"/>
                  </a:lnTo>
                  <a:lnTo>
                    <a:pt x="295" y="328"/>
                  </a:lnTo>
                  <a:lnTo>
                    <a:pt x="297" y="327"/>
                  </a:lnTo>
                  <a:lnTo>
                    <a:pt x="299" y="325"/>
                  </a:lnTo>
                  <a:lnTo>
                    <a:pt x="300" y="322"/>
                  </a:lnTo>
                  <a:lnTo>
                    <a:pt x="301" y="320"/>
                  </a:lnTo>
                  <a:lnTo>
                    <a:pt x="301" y="316"/>
                  </a:lnTo>
                  <a:lnTo>
                    <a:pt x="301" y="165"/>
                  </a:lnTo>
                  <a:lnTo>
                    <a:pt x="301" y="165"/>
                  </a:lnTo>
                  <a:lnTo>
                    <a:pt x="301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34">
              <a:extLst>
                <a:ext uri="{FF2B5EF4-FFF2-40B4-BE49-F238E27FC236}">
                  <a16:creationId xmlns:a16="http://schemas.microsoft.com/office/drawing/2014/main" id="{2D77E4FC-731D-463A-A8FC-DC45F2A0E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732088"/>
              <a:ext cx="49213" cy="47625"/>
            </a:xfrm>
            <a:custGeom>
              <a:avLst/>
              <a:gdLst>
                <a:gd name="T0" fmla="*/ 68 w 151"/>
                <a:gd name="T1" fmla="*/ 0 h 150"/>
                <a:gd name="T2" fmla="*/ 54 w 151"/>
                <a:gd name="T3" fmla="*/ 3 h 150"/>
                <a:gd name="T4" fmla="*/ 40 w 151"/>
                <a:gd name="T5" fmla="*/ 9 h 150"/>
                <a:gd name="T6" fmla="*/ 28 w 151"/>
                <a:gd name="T7" fmla="*/ 17 h 150"/>
                <a:gd name="T8" fmla="*/ 17 w 151"/>
                <a:gd name="T9" fmla="*/ 27 h 150"/>
                <a:gd name="T10" fmla="*/ 10 w 151"/>
                <a:gd name="T11" fmla="*/ 39 h 150"/>
                <a:gd name="T12" fmla="*/ 4 w 151"/>
                <a:gd name="T13" fmla="*/ 53 h 150"/>
                <a:gd name="T14" fmla="*/ 1 w 151"/>
                <a:gd name="T15" fmla="*/ 68 h 150"/>
                <a:gd name="T16" fmla="*/ 1 w 151"/>
                <a:gd name="T17" fmla="*/ 83 h 150"/>
                <a:gd name="T18" fmla="*/ 4 w 151"/>
                <a:gd name="T19" fmla="*/ 98 h 150"/>
                <a:gd name="T20" fmla="*/ 10 w 151"/>
                <a:gd name="T21" fmla="*/ 111 h 150"/>
                <a:gd name="T22" fmla="*/ 17 w 151"/>
                <a:gd name="T23" fmla="*/ 123 h 150"/>
                <a:gd name="T24" fmla="*/ 28 w 151"/>
                <a:gd name="T25" fmla="*/ 133 h 150"/>
                <a:gd name="T26" fmla="*/ 40 w 151"/>
                <a:gd name="T27" fmla="*/ 141 h 150"/>
                <a:gd name="T28" fmla="*/ 54 w 151"/>
                <a:gd name="T29" fmla="*/ 147 h 150"/>
                <a:gd name="T30" fmla="*/ 68 w 151"/>
                <a:gd name="T31" fmla="*/ 150 h 150"/>
                <a:gd name="T32" fmla="*/ 84 w 151"/>
                <a:gd name="T33" fmla="*/ 150 h 150"/>
                <a:gd name="T34" fmla="*/ 98 w 151"/>
                <a:gd name="T35" fmla="*/ 147 h 150"/>
                <a:gd name="T36" fmla="*/ 112 w 151"/>
                <a:gd name="T37" fmla="*/ 141 h 150"/>
                <a:gd name="T38" fmla="*/ 124 w 151"/>
                <a:gd name="T39" fmla="*/ 133 h 150"/>
                <a:gd name="T40" fmla="*/ 134 w 151"/>
                <a:gd name="T41" fmla="*/ 123 h 150"/>
                <a:gd name="T42" fmla="*/ 142 w 151"/>
                <a:gd name="T43" fmla="*/ 111 h 150"/>
                <a:gd name="T44" fmla="*/ 148 w 151"/>
                <a:gd name="T45" fmla="*/ 98 h 150"/>
                <a:gd name="T46" fmla="*/ 150 w 151"/>
                <a:gd name="T47" fmla="*/ 83 h 150"/>
                <a:gd name="T48" fmla="*/ 150 w 151"/>
                <a:gd name="T49" fmla="*/ 68 h 150"/>
                <a:gd name="T50" fmla="*/ 148 w 151"/>
                <a:gd name="T51" fmla="*/ 53 h 150"/>
                <a:gd name="T52" fmla="*/ 142 w 151"/>
                <a:gd name="T53" fmla="*/ 39 h 150"/>
                <a:gd name="T54" fmla="*/ 134 w 151"/>
                <a:gd name="T55" fmla="*/ 27 h 150"/>
                <a:gd name="T56" fmla="*/ 124 w 151"/>
                <a:gd name="T57" fmla="*/ 17 h 150"/>
                <a:gd name="T58" fmla="*/ 112 w 151"/>
                <a:gd name="T59" fmla="*/ 9 h 150"/>
                <a:gd name="T60" fmla="*/ 98 w 151"/>
                <a:gd name="T61" fmla="*/ 3 h 150"/>
                <a:gd name="T62" fmla="*/ 84 w 151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1" h="150">
                  <a:moveTo>
                    <a:pt x="76" y="0"/>
                  </a:moveTo>
                  <a:lnTo>
                    <a:pt x="68" y="0"/>
                  </a:lnTo>
                  <a:lnTo>
                    <a:pt x="60" y="1"/>
                  </a:lnTo>
                  <a:lnTo>
                    <a:pt x="54" y="3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3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7" y="45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1" y="68"/>
                  </a:lnTo>
                  <a:lnTo>
                    <a:pt x="0" y="75"/>
                  </a:lnTo>
                  <a:lnTo>
                    <a:pt x="1" y="83"/>
                  </a:lnTo>
                  <a:lnTo>
                    <a:pt x="2" y="90"/>
                  </a:lnTo>
                  <a:lnTo>
                    <a:pt x="4" y="98"/>
                  </a:lnTo>
                  <a:lnTo>
                    <a:pt x="7" y="104"/>
                  </a:lnTo>
                  <a:lnTo>
                    <a:pt x="10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3" y="128"/>
                  </a:lnTo>
                  <a:lnTo>
                    <a:pt x="28" y="133"/>
                  </a:lnTo>
                  <a:lnTo>
                    <a:pt x="33" y="138"/>
                  </a:lnTo>
                  <a:lnTo>
                    <a:pt x="40" y="141"/>
                  </a:lnTo>
                  <a:lnTo>
                    <a:pt x="46" y="144"/>
                  </a:lnTo>
                  <a:lnTo>
                    <a:pt x="54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6" y="150"/>
                  </a:lnTo>
                  <a:lnTo>
                    <a:pt x="84" y="150"/>
                  </a:lnTo>
                  <a:lnTo>
                    <a:pt x="91" y="149"/>
                  </a:lnTo>
                  <a:lnTo>
                    <a:pt x="98" y="147"/>
                  </a:lnTo>
                  <a:lnTo>
                    <a:pt x="105" y="144"/>
                  </a:lnTo>
                  <a:lnTo>
                    <a:pt x="112" y="141"/>
                  </a:lnTo>
                  <a:lnTo>
                    <a:pt x="118" y="138"/>
                  </a:lnTo>
                  <a:lnTo>
                    <a:pt x="124" y="133"/>
                  </a:lnTo>
                  <a:lnTo>
                    <a:pt x="129" y="128"/>
                  </a:lnTo>
                  <a:lnTo>
                    <a:pt x="134" y="123"/>
                  </a:lnTo>
                  <a:lnTo>
                    <a:pt x="139" y="117"/>
                  </a:lnTo>
                  <a:lnTo>
                    <a:pt x="142" y="111"/>
                  </a:lnTo>
                  <a:lnTo>
                    <a:pt x="145" y="104"/>
                  </a:lnTo>
                  <a:lnTo>
                    <a:pt x="148" y="98"/>
                  </a:lnTo>
                  <a:lnTo>
                    <a:pt x="149" y="90"/>
                  </a:lnTo>
                  <a:lnTo>
                    <a:pt x="150" y="83"/>
                  </a:lnTo>
                  <a:lnTo>
                    <a:pt x="151" y="75"/>
                  </a:lnTo>
                  <a:lnTo>
                    <a:pt x="150" y="68"/>
                  </a:lnTo>
                  <a:lnTo>
                    <a:pt x="149" y="60"/>
                  </a:lnTo>
                  <a:lnTo>
                    <a:pt x="148" y="53"/>
                  </a:lnTo>
                  <a:lnTo>
                    <a:pt x="145" y="45"/>
                  </a:lnTo>
                  <a:lnTo>
                    <a:pt x="142" y="39"/>
                  </a:lnTo>
                  <a:lnTo>
                    <a:pt x="139" y="33"/>
                  </a:lnTo>
                  <a:lnTo>
                    <a:pt x="134" y="27"/>
                  </a:lnTo>
                  <a:lnTo>
                    <a:pt x="129" y="22"/>
                  </a:lnTo>
                  <a:lnTo>
                    <a:pt x="124" y="17"/>
                  </a:lnTo>
                  <a:lnTo>
                    <a:pt x="118" y="13"/>
                  </a:lnTo>
                  <a:lnTo>
                    <a:pt x="112" y="9"/>
                  </a:lnTo>
                  <a:lnTo>
                    <a:pt x="105" y="6"/>
                  </a:lnTo>
                  <a:lnTo>
                    <a:pt x="98" y="3"/>
                  </a:lnTo>
                  <a:lnTo>
                    <a:pt x="91" y="1"/>
                  </a:lnTo>
                  <a:lnTo>
                    <a:pt x="84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B0D6CB8-AC72-4E61-ACE6-A612058C5428}"/>
              </a:ext>
            </a:extLst>
          </p:cNvPr>
          <p:cNvGrpSpPr/>
          <p:nvPr/>
        </p:nvGrpSpPr>
        <p:grpSpPr>
          <a:xfrm>
            <a:off x="10517781" y="5490346"/>
            <a:ext cx="285750" cy="238125"/>
            <a:chOff x="9883775" y="857250"/>
            <a:chExt cx="285750" cy="238125"/>
          </a:xfrm>
          <a:solidFill>
            <a:srgbClr val="A6A6A6"/>
          </a:solidFill>
        </p:grpSpPr>
        <p:sp>
          <p:nvSpPr>
            <p:cNvPr id="81" name="Freeform 4137">
              <a:extLst>
                <a:ext uri="{FF2B5EF4-FFF2-40B4-BE49-F238E27FC236}">
                  <a16:creationId xmlns:a16="http://schemas.microsoft.com/office/drawing/2014/main" id="{187AEF94-AB0E-44BE-B416-0EAC34227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3775" y="857250"/>
              <a:ext cx="285750" cy="180975"/>
            </a:xfrm>
            <a:custGeom>
              <a:avLst/>
              <a:gdLst>
                <a:gd name="T0" fmla="*/ 790 w 901"/>
                <a:gd name="T1" fmla="*/ 0 h 571"/>
                <a:gd name="T2" fmla="*/ 777 w 901"/>
                <a:gd name="T3" fmla="*/ 2 h 571"/>
                <a:gd name="T4" fmla="*/ 767 w 901"/>
                <a:gd name="T5" fmla="*/ 8 h 571"/>
                <a:gd name="T6" fmla="*/ 760 w 901"/>
                <a:gd name="T7" fmla="*/ 18 h 571"/>
                <a:gd name="T8" fmla="*/ 755 w 901"/>
                <a:gd name="T9" fmla="*/ 30 h 571"/>
                <a:gd name="T10" fmla="*/ 744 w 901"/>
                <a:gd name="T11" fmla="*/ 122 h 571"/>
                <a:gd name="T12" fmla="*/ 742 w 901"/>
                <a:gd name="T13" fmla="*/ 136 h 571"/>
                <a:gd name="T14" fmla="*/ 735 w 901"/>
                <a:gd name="T15" fmla="*/ 147 h 571"/>
                <a:gd name="T16" fmla="*/ 723 w 901"/>
                <a:gd name="T17" fmla="*/ 150 h 571"/>
                <a:gd name="T18" fmla="*/ 62 w 901"/>
                <a:gd name="T19" fmla="*/ 151 h 571"/>
                <a:gd name="T20" fmla="*/ 46 w 901"/>
                <a:gd name="T21" fmla="*/ 156 h 571"/>
                <a:gd name="T22" fmla="*/ 31 w 901"/>
                <a:gd name="T23" fmla="*/ 164 h 571"/>
                <a:gd name="T24" fmla="*/ 19 w 901"/>
                <a:gd name="T25" fmla="*/ 175 h 571"/>
                <a:gd name="T26" fmla="*/ 9 w 901"/>
                <a:gd name="T27" fmla="*/ 188 h 571"/>
                <a:gd name="T28" fmla="*/ 3 w 901"/>
                <a:gd name="T29" fmla="*/ 203 h 571"/>
                <a:gd name="T30" fmla="*/ 0 w 901"/>
                <a:gd name="T31" fmla="*/ 220 h 571"/>
                <a:gd name="T32" fmla="*/ 1 w 901"/>
                <a:gd name="T33" fmla="*/ 237 h 571"/>
                <a:gd name="T34" fmla="*/ 62 w 901"/>
                <a:gd name="T35" fmla="*/ 434 h 571"/>
                <a:gd name="T36" fmla="*/ 72 w 901"/>
                <a:gd name="T37" fmla="*/ 453 h 571"/>
                <a:gd name="T38" fmla="*/ 87 w 901"/>
                <a:gd name="T39" fmla="*/ 468 h 571"/>
                <a:gd name="T40" fmla="*/ 106 w 901"/>
                <a:gd name="T41" fmla="*/ 478 h 571"/>
                <a:gd name="T42" fmla="*/ 127 w 901"/>
                <a:gd name="T43" fmla="*/ 481 h 571"/>
                <a:gd name="T44" fmla="*/ 136 w 901"/>
                <a:gd name="T45" fmla="*/ 481 h 571"/>
                <a:gd name="T46" fmla="*/ 680 w 901"/>
                <a:gd name="T47" fmla="*/ 482 h 571"/>
                <a:gd name="T48" fmla="*/ 686 w 901"/>
                <a:gd name="T49" fmla="*/ 489 h 571"/>
                <a:gd name="T50" fmla="*/ 690 w 901"/>
                <a:gd name="T51" fmla="*/ 501 h 571"/>
                <a:gd name="T52" fmla="*/ 691 w 901"/>
                <a:gd name="T53" fmla="*/ 516 h 571"/>
                <a:gd name="T54" fmla="*/ 689 w 901"/>
                <a:gd name="T55" fmla="*/ 525 h 571"/>
                <a:gd name="T56" fmla="*/ 685 w 901"/>
                <a:gd name="T57" fmla="*/ 533 h 571"/>
                <a:gd name="T58" fmla="*/ 678 w 901"/>
                <a:gd name="T59" fmla="*/ 538 h 571"/>
                <a:gd name="T60" fmla="*/ 148 w 901"/>
                <a:gd name="T61" fmla="*/ 541 h 571"/>
                <a:gd name="T62" fmla="*/ 141 w 901"/>
                <a:gd name="T63" fmla="*/ 542 h 571"/>
                <a:gd name="T64" fmla="*/ 137 w 901"/>
                <a:gd name="T65" fmla="*/ 545 h 571"/>
                <a:gd name="T66" fmla="*/ 134 w 901"/>
                <a:gd name="T67" fmla="*/ 550 h 571"/>
                <a:gd name="T68" fmla="*/ 133 w 901"/>
                <a:gd name="T69" fmla="*/ 556 h 571"/>
                <a:gd name="T70" fmla="*/ 134 w 901"/>
                <a:gd name="T71" fmla="*/ 562 h 571"/>
                <a:gd name="T72" fmla="*/ 137 w 901"/>
                <a:gd name="T73" fmla="*/ 567 h 571"/>
                <a:gd name="T74" fmla="*/ 141 w 901"/>
                <a:gd name="T75" fmla="*/ 570 h 571"/>
                <a:gd name="T76" fmla="*/ 148 w 901"/>
                <a:gd name="T77" fmla="*/ 571 h 571"/>
                <a:gd name="T78" fmla="*/ 685 w 901"/>
                <a:gd name="T79" fmla="*/ 569 h 571"/>
                <a:gd name="T80" fmla="*/ 701 w 901"/>
                <a:gd name="T81" fmla="*/ 558 h 571"/>
                <a:gd name="T82" fmla="*/ 713 w 901"/>
                <a:gd name="T83" fmla="*/ 545 h 571"/>
                <a:gd name="T84" fmla="*/ 719 w 901"/>
                <a:gd name="T85" fmla="*/ 530 h 571"/>
                <a:gd name="T86" fmla="*/ 721 w 901"/>
                <a:gd name="T87" fmla="*/ 511 h 571"/>
                <a:gd name="T88" fmla="*/ 720 w 901"/>
                <a:gd name="T89" fmla="*/ 499 h 571"/>
                <a:gd name="T90" fmla="*/ 772 w 901"/>
                <a:gd name="T91" fmla="*/ 138 h 571"/>
                <a:gd name="T92" fmla="*/ 785 w 901"/>
                <a:gd name="T93" fmla="*/ 33 h 571"/>
                <a:gd name="T94" fmla="*/ 790 w 901"/>
                <a:gd name="T95" fmla="*/ 30 h 571"/>
                <a:gd name="T96" fmla="*/ 889 w 901"/>
                <a:gd name="T97" fmla="*/ 30 h 571"/>
                <a:gd name="T98" fmla="*/ 895 w 901"/>
                <a:gd name="T99" fmla="*/ 28 h 571"/>
                <a:gd name="T100" fmla="*/ 899 w 901"/>
                <a:gd name="T101" fmla="*/ 23 h 571"/>
                <a:gd name="T102" fmla="*/ 901 w 901"/>
                <a:gd name="T103" fmla="*/ 18 h 571"/>
                <a:gd name="T104" fmla="*/ 901 w 901"/>
                <a:gd name="T105" fmla="*/ 12 h 571"/>
                <a:gd name="T106" fmla="*/ 899 w 901"/>
                <a:gd name="T107" fmla="*/ 6 h 571"/>
                <a:gd name="T108" fmla="*/ 895 w 901"/>
                <a:gd name="T109" fmla="*/ 3 h 571"/>
                <a:gd name="T110" fmla="*/ 889 w 901"/>
                <a:gd name="T111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01" h="571">
                  <a:moveTo>
                    <a:pt x="886" y="0"/>
                  </a:moveTo>
                  <a:lnTo>
                    <a:pt x="790" y="0"/>
                  </a:lnTo>
                  <a:lnTo>
                    <a:pt x="783" y="1"/>
                  </a:lnTo>
                  <a:lnTo>
                    <a:pt x="777" y="2"/>
                  </a:lnTo>
                  <a:lnTo>
                    <a:pt x="772" y="5"/>
                  </a:lnTo>
                  <a:lnTo>
                    <a:pt x="767" y="8"/>
                  </a:lnTo>
                  <a:lnTo>
                    <a:pt x="763" y="13"/>
                  </a:lnTo>
                  <a:lnTo>
                    <a:pt x="760" y="18"/>
                  </a:lnTo>
                  <a:lnTo>
                    <a:pt x="757" y="23"/>
                  </a:lnTo>
                  <a:lnTo>
                    <a:pt x="755" y="30"/>
                  </a:lnTo>
                  <a:lnTo>
                    <a:pt x="744" y="121"/>
                  </a:lnTo>
                  <a:lnTo>
                    <a:pt x="744" y="122"/>
                  </a:lnTo>
                  <a:lnTo>
                    <a:pt x="744" y="122"/>
                  </a:lnTo>
                  <a:lnTo>
                    <a:pt x="742" y="136"/>
                  </a:lnTo>
                  <a:lnTo>
                    <a:pt x="738" y="142"/>
                  </a:lnTo>
                  <a:lnTo>
                    <a:pt x="735" y="147"/>
                  </a:lnTo>
                  <a:lnTo>
                    <a:pt x="730" y="149"/>
                  </a:lnTo>
                  <a:lnTo>
                    <a:pt x="723" y="150"/>
                  </a:lnTo>
                  <a:lnTo>
                    <a:pt x="71" y="150"/>
                  </a:lnTo>
                  <a:lnTo>
                    <a:pt x="62" y="151"/>
                  </a:lnTo>
                  <a:lnTo>
                    <a:pt x="53" y="153"/>
                  </a:lnTo>
                  <a:lnTo>
                    <a:pt x="46" y="156"/>
                  </a:lnTo>
                  <a:lnTo>
                    <a:pt x="38" y="160"/>
                  </a:lnTo>
                  <a:lnTo>
                    <a:pt x="31" y="164"/>
                  </a:lnTo>
                  <a:lnTo>
                    <a:pt x="24" y="169"/>
                  </a:lnTo>
                  <a:lnTo>
                    <a:pt x="19" y="175"/>
                  </a:lnTo>
                  <a:lnTo>
                    <a:pt x="14" y="181"/>
                  </a:lnTo>
                  <a:lnTo>
                    <a:pt x="9" y="188"/>
                  </a:lnTo>
                  <a:lnTo>
                    <a:pt x="5" y="196"/>
                  </a:lnTo>
                  <a:lnTo>
                    <a:pt x="3" y="203"/>
                  </a:lnTo>
                  <a:lnTo>
                    <a:pt x="1" y="212"/>
                  </a:lnTo>
                  <a:lnTo>
                    <a:pt x="0" y="220"/>
                  </a:lnTo>
                  <a:lnTo>
                    <a:pt x="0" y="228"/>
                  </a:lnTo>
                  <a:lnTo>
                    <a:pt x="1" y="237"/>
                  </a:lnTo>
                  <a:lnTo>
                    <a:pt x="3" y="244"/>
                  </a:lnTo>
                  <a:lnTo>
                    <a:pt x="62" y="434"/>
                  </a:lnTo>
                  <a:lnTo>
                    <a:pt x="66" y="444"/>
                  </a:lnTo>
                  <a:lnTo>
                    <a:pt x="72" y="453"/>
                  </a:lnTo>
                  <a:lnTo>
                    <a:pt x="79" y="461"/>
                  </a:lnTo>
                  <a:lnTo>
                    <a:pt x="87" y="468"/>
                  </a:lnTo>
                  <a:lnTo>
                    <a:pt x="96" y="474"/>
                  </a:lnTo>
                  <a:lnTo>
                    <a:pt x="106" y="478"/>
                  </a:lnTo>
                  <a:lnTo>
                    <a:pt x="117" y="480"/>
                  </a:lnTo>
                  <a:lnTo>
                    <a:pt x="127" y="481"/>
                  </a:lnTo>
                  <a:lnTo>
                    <a:pt x="132" y="481"/>
                  </a:lnTo>
                  <a:lnTo>
                    <a:pt x="136" y="481"/>
                  </a:lnTo>
                  <a:lnTo>
                    <a:pt x="676" y="481"/>
                  </a:lnTo>
                  <a:lnTo>
                    <a:pt x="680" y="482"/>
                  </a:lnTo>
                  <a:lnTo>
                    <a:pt x="684" y="485"/>
                  </a:lnTo>
                  <a:lnTo>
                    <a:pt x="686" y="489"/>
                  </a:lnTo>
                  <a:lnTo>
                    <a:pt x="688" y="492"/>
                  </a:lnTo>
                  <a:lnTo>
                    <a:pt x="690" y="501"/>
                  </a:lnTo>
                  <a:lnTo>
                    <a:pt x="691" y="511"/>
                  </a:lnTo>
                  <a:lnTo>
                    <a:pt x="691" y="516"/>
                  </a:lnTo>
                  <a:lnTo>
                    <a:pt x="690" y="521"/>
                  </a:lnTo>
                  <a:lnTo>
                    <a:pt x="689" y="525"/>
                  </a:lnTo>
                  <a:lnTo>
                    <a:pt x="687" y="529"/>
                  </a:lnTo>
                  <a:lnTo>
                    <a:pt x="685" y="533"/>
                  </a:lnTo>
                  <a:lnTo>
                    <a:pt x="682" y="536"/>
                  </a:lnTo>
                  <a:lnTo>
                    <a:pt x="678" y="538"/>
                  </a:lnTo>
                  <a:lnTo>
                    <a:pt x="674" y="541"/>
                  </a:lnTo>
                  <a:lnTo>
                    <a:pt x="148" y="541"/>
                  </a:lnTo>
                  <a:lnTo>
                    <a:pt x="145" y="541"/>
                  </a:lnTo>
                  <a:lnTo>
                    <a:pt x="141" y="542"/>
                  </a:lnTo>
                  <a:lnTo>
                    <a:pt x="139" y="543"/>
                  </a:lnTo>
                  <a:lnTo>
                    <a:pt x="137" y="545"/>
                  </a:lnTo>
                  <a:lnTo>
                    <a:pt x="135" y="548"/>
                  </a:lnTo>
                  <a:lnTo>
                    <a:pt x="134" y="550"/>
                  </a:lnTo>
                  <a:lnTo>
                    <a:pt x="133" y="553"/>
                  </a:lnTo>
                  <a:lnTo>
                    <a:pt x="133" y="556"/>
                  </a:lnTo>
                  <a:lnTo>
                    <a:pt x="133" y="559"/>
                  </a:lnTo>
                  <a:lnTo>
                    <a:pt x="134" y="562"/>
                  </a:lnTo>
                  <a:lnTo>
                    <a:pt x="135" y="565"/>
                  </a:lnTo>
                  <a:lnTo>
                    <a:pt x="137" y="567"/>
                  </a:lnTo>
                  <a:lnTo>
                    <a:pt x="139" y="568"/>
                  </a:lnTo>
                  <a:lnTo>
                    <a:pt x="141" y="570"/>
                  </a:lnTo>
                  <a:lnTo>
                    <a:pt x="145" y="571"/>
                  </a:lnTo>
                  <a:lnTo>
                    <a:pt x="148" y="571"/>
                  </a:lnTo>
                  <a:lnTo>
                    <a:pt x="682" y="571"/>
                  </a:lnTo>
                  <a:lnTo>
                    <a:pt x="685" y="569"/>
                  </a:lnTo>
                  <a:lnTo>
                    <a:pt x="693" y="565"/>
                  </a:lnTo>
                  <a:lnTo>
                    <a:pt x="701" y="558"/>
                  </a:lnTo>
                  <a:lnTo>
                    <a:pt x="707" y="553"/>
                  </a:lnTo>
                  <a:lnTo>
                    <a:pt x="713" y="545"/>
                  </a:lnTo>
                  <a:lnTo>
                    <a:pt x="716" y="538"/>
                  </a:lnTo>
                  <a:lnTo>
                    <a:pt x="719" y="530"/>
                  </a:lnTo>
                  <a:lnTo>
                    <a:pt x="720" y="521"/>
                  </a:lnTo>
                  <a:lnTo>
                    <a:pt x="721" y="511"/>
                  </a:lnTo>
                  <a:lnTo>
                    <a:pt x="721" y="505"/>
                  </a:lnTo>
                  <a:lnTo>
                    <a:pt x="720" y="499"/>
                  </a:lnTo>
                  <a:lnTo>
                    <a:pt x="772" y="141"/>
                  </a:lnTo>
                  <a:lnTo>
                    <a:pt x="772" y="138"/>
                  </a:lnTo>
                  <a:lnTo>
                    <a:pt x="773" y="135"/>
                  </a:lnTo>
                  <a:lnTo>
                    <a:pt x="785" y="33"/>
                  </a:lnTo>
                  <a:lnTo>
                    <a:pt x="787" y="31"/>
                  </a:lnTo>
                  <a:lnTo>
                    <a:pt x="790" y="30"/>
                  </a:lnTo>
                  <a:lnTo>
                    <a:pt x="886" y="30"/>
                  </a:lnTo>
                  <a:lnTo>
                    <a:pt x="889" y="30"/>
                  </a:lnTo>
                  <a:lnTo>
                    <a:pt x="892" y="29"/>
                  </a:lnTo>
                  <a:lnTo>
                    <a:pt x="895" y="28"/>
                  </a:lnTo>
                  <a:lnTo>
                    <a:pt x="897" y="26"/>
                  </a:lnTo>
                  <a:lnTo>
                    <a:pt x="899" y="23"/>
                  </a:lnTo>
                  <a:lnTo>
                    <a:pt x="900" y="21"/>
                  </a:lnTo>
                  <a:lnTo>
                    <a:pt x="901" y="18"/>
                  </a:lnTo>
                  <a:lnTo>
                    <a:pt x="901" y="15"/>
                  </a:lnTo>
                  <a:lnTo>
                    <a:pt x="901" y="12"/>
                  </a:lnTo>
                  <a:lnTo>
                    <a:pt x="900" y="9"/>
                  </a:lnTo>
                  <a:lnTo>
                    <a:pt x="899" y="6"/>
                  </a:lnTo>
                  <a:lnTo>
                    <a:pt x="897" y="4"/>
                  </a:lnTo>
                  <a:lnTo>
                    <a:pt x="895" y="3"/>
                  </a:lnTo>
                  <a:lnTo>
                    <a:pt x="892" y="1"/>
                  </a:lnTo>
                  <a:lnTo>
                    <a:pt x="889" y="0"/>
                  </a:lnTo>
                  <a:lnTo>
                    <a:pt x="8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4138">
              <a:extLst>
                <a:ext uri="{FF2B5EF4-FFF2-40B4-BE49-F238E27FC236}">
                  <a16:creationId xmlns:a16="http://schemas.microsoft.com/office/drawing/2014/main" id="{19BF56AF-F100-47D7-B763-6CDB88A2F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4750" y="1047750"/>
              <a:ext cx="47625" cy="47625"/>
            </a:xfrm>
            <a:custGeom>
              <a:avLst/>
              <a:gdLst>
                <a:gd name="T0" fmla="*/ 68 w 150"/>
                <a:gd name="T1" fmla="*/ 0 h 150"/>
                <a:gd name="T2" fmla="*/ 53 w 150"/>
                <a:gd name="T3" fmla="*/ 3 h 150"/>
                <a:gd name="T4" fmla="*/ 39 w 150"/>
                <a:gd name="T5" fmla="*/ 9 h 150"/>
                <a:gd name="T6" fmla="*/ 27 w 150"/>
                <a:gd name="T7" fmla="*/ 17 h 150"/>
                <a:gd name="T8" fmla="*/ 17 w 150"/>
                <a:gd name="T9" fmla="*/ 27 h 150"/>
                <a:gd name="T10" fmla="*/ 9 w 150"/>
                <a:gd name="T11" fmla="*/ 40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9 w 150"/>
                <a:gd name="T21" fmla="*/ 111 h 150"/>
                <a:gd name="T22" fmla="*/ 17 w 150"/>
                <a:gd name="T23" fmla="*/ 122 h 150"/>
                <a:gd name="T24" fmla="*/ 27 w 150"/>
                <a:gd name="T25" fmla="*/ 133 h 150"/>
                <a:gd name="T26" fmla="*/ 39 w 150"/>
                <a:gd name="T27" fmla="*/ 142 h 150"/>
                <a:gd name="T28" fmla="*/ 53 w 150"/>
                <a:gd name="T29" fmla="*/ 147 h 150"/>
                <a:gd name="T30" fmla="*/ 68 w 150"/>
                <a:gd name="T31" fmla="*/ 150 h 150"/>
                <a:gd name="T32" fmla="*/ 83 w 150"/>
                <a:gd name="T33" fmla="*/ 150 h 150"/>
                <a:gd name="T34" fmla="*/ 97 w 150"/>
                <a:gd name="T35" fmla="*/ 147 h 150"/>
                <a:gd name="T36" fmla="*/ 111 w 150"/>
                <a:gd name="T37" fmla="*/ 142 h 150"/>
                <a:gd name="T38" fmla="*/ 122 w 150"/>
                <a:gd name="T39" fmla="*/ 133 h 150"/>
                <a:gd name="T40" fmla="*/ 133 w 150"/>
                <a:gd name="T41" fmla="*/ 122 h 150"/>
                <a:gd name="T42" fmla="*/ 141 w 150"/>
                <a:gd name="T43" fmla="*/ 111 h 150"/>
                <a:gd name="T44" fmla="*/ 147 w 150"/>
                <a:gd name="T45" fmla="*/ 98 h 150"/>
                <a:gd name="T46" fmla="*/ 149 w 150"/>
                <a:gd name="T47" fmla="*/ 83 h 150"/>
                <a:gd name="T48" fmla="*/ 149 w 150"/>
                <a:gd name="T49" fmla="*/ 68 h 150"/>
                <a:gd name="T50" fmla="*/ 147 w 150"/>
                <a:gd name="T51" fmla="*/ 53 h 150"/>
                <a:gd name="T52" fmla="*/ 141 w 150"/>
                <a:gd name="T53" fmla="*/ 40 h 150"/>
                <a:gd name="T54" fmla="*/ 133 w 150"/>
                <a:gd name="T55" fmla="*/ 27 h 150"/>
                <a:gd name="T56" fmla="*/ 122 w 150"/>
                <a:gd name="T57" fmla="*/ 17 h 150"/>
                <a:gd name="T58" fmla="*/ 111 w 150"/>
                <a:gd name="T59" fmla="*/ 9 h 150"/>
                <a:gd name="T60" fmla="*/ 97 w 150"/>
                <a:gd name="T61" fmla="*/ 3 h 150"/>
                <a:gd name="T62" fmla="*/ 83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8" y="0"/>
                  </a:lnTo>
                  <a:lnTo>
                    <a:pt x="60" y="1"/>
                  </a:lnTo>
                  <a:lnTo>
                    <a:pt x="53" y="3"/>
                  </a:lnTo>
                  <a:lnTo>
                    <a:pt x="45" y="6"/>
                  </a:lnTo>
                  <a:lnTo>
                    <a:pt x="39" y="9"/>
                  </a:lnTo>
                  <a:lnTo>
                    <a:pt x="33" y="13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40"/>
                  </a:lnTo>
                  <a:lnTo>
                    <a:pt x="5" y="46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5" y="104"/>
                  </a:lnTo>
                  <a:lnTo>
                    <a:pt x="9" y="111"/>
                  </a:lnTo>
                  <a:lnTo>
                    <a:pt x="13" y="117"/>
                  </a:lnTo>
                  <a:lnTo>
                    <a:pt x="17" y="122"/>
                  </a:lnTo>
                  <a:lnTo>
                    <a:pt x="22" y="128"/>
                  </a:lnTo>
                  <a:lnTo>
                    <a:pt x="27" y="133"/>
                  </a:lnTo>
                  <a:lnTo>
                    <a:pt x="33" y="137"/>
                  </a:lnTo>
                  <a:lnTo>
                    <a:pt x="39" y="142"/>
                  </a:lnTo>
                  <a:lnTo>
                    <a:pt x="45" y="145"/>
                  </a:lnTo>
                  <a:lnTo>
                    <a:pt x="53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5" y="150"/>
                  </a:lnTo>
                  <a:lnTo>
                    <a:pt x="83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5"/>
                  </a:lnTo>
                  <a:lnTo>
                    <a:pt x="111" y="142"/>
                  </a:lnTo>
                  <a:lnTo>
                    <a:pt x="117" y="137"/>
                  </a:lnTo>
                  <a:lnTo>
                    <a:pt x="122" y="133"/>
                  </a:lnTo>
                  <a:lnTo>
                    <a:pt x="128" y="128"/>
                  </a:lnTo>
                  <a:lnTo>
                    <a:pt x="133" y="122"/>
                  </a:lnTo>
                  <a:lnTo>
                    <a:pt x="137" y="117"/>
                  </a:lnTo>
                  <a:lnTo>
                    <a:pt x="141" y="111"/>
                  </a:lnTo>
                  <a:lnTo>
                    <a:pt x="144" y="104"/>
                  </a:lnTo>
                  <a:lnTo>
                    <a:pt x="147" y="98"/>
                  </a:lnTo>
                  <a:lnTo>
                    <a:pt x="148" y="90"/>
                  </a:lnTo>
                  <a:lnTo>
                    <a:pt x="149" y="83"/>
                  </a:lnTo>
                  <a:lnTo>
                    <a:pt x="150" y="75"/>
                  </a:lnTo>
                  <a:lnTo>
                    <a:pt x="149" y="68"/>
                  </a:lnTo>
                  <a:lnTo>
                    <a:pt x="148" y="60"/>
                  </a:lnTo>
                  <a:lnTo>
                    <a:pt x="147" y="53"/>
                  </a:lnTo>
                  <a:lnTo>
                    <a:pt x="144" y="46"/>
                  </a:lnTo>
                  <a:lnTo>
                    <a:pt x="141" y="40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8" y="22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1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3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4139">
              <a:extLst>
                <a:ext uri="{FF2B5EF4-FFF2-40B4-BE49-F238E27FC236}">
                  <a16:creationId xmlns:a16="http://schemas.microsoft.com/office/drawing/2014/main" id="{699A622B-60CB-4367-A225-15A778D10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400" y="1047750"/>
              <a:ext cx="47625" cy="47625"/>
            </a:xfrm>
            <a:custGeom>
              <a:avLst/>
              <a:gdLst>
                <a:gd name="T0" fmla="*/ 67 w 150"/>
                <a:gd name="T1" fmla="*/ 0 h 150"/>
                <a:gd name="T2" fmla="*/ 52 w 150"/>
                <a:gd name="T3" fmla="*/ 3 h 150"/>
                <a:gd name="T4" fmla="*/ 40 w 150"/>
                <a:gd name="T5" fmla="*/ 9 h 150"/>
                <a:gd name="T6" fmla="*/ 28 w 150"/>
                <a:gd name="T7" fmla="*/ 17 h 150"/>
                <a:gd name="T8" fmla="*/ 17 w 150"/>
                <a:gd name="T9" fmla="*/ 27 h 150"/>
                <a:gd name="T10" fmla="*/ 10 w 150"/>
                <a:gd name="T11" fmla="*/ 40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10 w 150"/>
                <a:gd name="T21" fmla="*/ 111 h 150"/>
                <a:gd name="T22" fmla="*/ 17 w 150"/>
                <a:gd name="T23" fmla="*/ 122 h 150"/>
                <a:gd name="T24" fmla="*/ 28 w 150"/>
                <a:gd name="T25" fmla="*/ 133 h 150"/>
                <a:gd name="T26" fmla="*/ 40 w 150"/>
                <a:gd name="T27" fmla="*/ 142 h 150"/>
                <a:gd name="T28" fmla="*/ 52 w 150"/>
                <a:gd name="T29" fmla="*/ 147 h 150"/>
                <a:gd name="T30" fmla="*/ 67 w 150"/>
                <a:gd name="T31" fmla="*/ 150 h 150"/>
                <a:gd name="T32" fmla="*/ 82 w 150"/>
                <a:gd name="T33" fmla="*/ 150 h 150"/>
                <a:gd name="T34" fmla="*/ 97 w 150"/>
                <a:gd name="T35" fmla="*/ 147 h 150"/>
                <a:gd name="T36" fmla="*/ 111 w 150"/>
                <a:gd name="T37" fmla="*/ 142 h 150"/>
                <a:gd name="T38" fmla="*/ 123 w 150"/>
                <a:gd name="T39" fmla="*/ 133 h 150"/>
                <a:gd name="T40" fmla="*/ 133 w 150"/>
                <a:gd name="T41" fmla="*/ 122 h 150"/>
                <a:gd name="T42" fmla="*/ 141 w 150"/>
                <a:gd name="T43" fmla="*/ 111 h 150"/>
                <a:gd name="T44" fmla="*/ 147 w 150"/>
                <a:gd name="T45" fmla="*/ 98 h 150"/>
                <a:gd name="T46" fmla="*/ 150 w 150"/>
                <a:gd name="T47" fmla="*/ 83 h 150"/>
                <a:gd name="T48" fmla="*/ 150 w 150"/>
                <a:gd name="T49" fmla="*/ 68 h 150"/>
                <a:gd name="T50" fmla="*/ 147 w 150"/>
                <a:gd name="T51" fmla="*/ 53 h 150"/>
                <a:gd name="T52" fmla="*/ 141 w 150"/>
                <a:gd name="T53" fmla="*/ 40 h 150"/>
                <a:gd name="T54" fmla="*/ 133 w 150"/>
                <a:gd name="T55" fmla="*/ 27 h 150"/>
                <a:gd name="T56" fmla="*/ 123 w 150"/>
                <a:gd name="T57" fmla="*/ 17 h 150"/>
                <a:gd name="T58" fmla="*/ 111 w 150"/>
                <a:gd name="T59" fmla="*/ 9 h 150"/>
                <a:gd name="T60" fmla="*/ 97 w 150"/>
                <a:gd name="T61" fmla="*/ 3 h 150"/>
                <a:gd name="T62" fmla="*/ 82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7" y="0"/>
                  </a:lnTo>
                  <a:lnTo>
                    <a:pt x="60" y="1"/>
                  </a:lnTo>
                  <a:lnTo>
                    <a:pt x="52" y="3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40"/>
                  </a:lnTo>
                  <a:lnTo>
                    <a:pt x="6" y="46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6" y="104"/>
                  </a:lnTo>
                  <a:lnTo>
                    <a:pt x="10" y="111"/>
                  </a:lnTo>
                  <a:lnTo>
                    <a:pt x="13" y="117"/>
                  </a:lnTo>
                  <a:lnTo>
                    <a:pt x="17" y="122"/>
                  </a:lnTo>
                  <a:lnTo>
                    <a:pt x="22" y="128"/>
                  </a:lnTo>
                  <a:lnTo>
                    <a:pt x="28" y="133"/>
                  </a:lnTo>
                  <a:lnTo>
                    <a:pt x="33" y="137"/>
                  </a:lnTo>
                  <a:lnTo>
                    <a:pt x="40" y="142"/>
                  </a:lnTo>
                  <a:lnTo>
                    <a:pt x="46" y="145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82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5"/>
                  </a:lnTo>
                  <a:lnTo>
                    <a:pt x="111" y="142"/>
                  </a:lnTo>
                  <a:lnTo>
                    <a:pt x="117" y="137"/>
                  </a:lnTo>
                  <a:lnTo>
                    <a:pt x="123" y="133"/>
                  </a:lnTo>
                  <a:lnTo>
                    <a:pt x="128" y="128"/>
                  </a:lnTo>
                  <a:lnTo>
                    <a:pt x="133" y="122"/>
                  </a:lnTo>
                  <a:lnTo>
                    <a:pt x="137" y="117"/>
                  </a:lnTo>
                  <a:lnTo>
                    <a:pt x="141" y="111"/>
                  </a:lnTo>
                  <a:lnTo>
                    <a:pt x="145" y="104"/>
                  </a:lnTo>
                  <a:lnTo>
                    <a:pt x="147" y="98"/>
                  </a:lnTo>
                  <a:lnTo>
                    <a:pt x="149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8"/>
                  </a:lnTo>
                  <a:lnTo>
                    <a:pt x="149" y="60"/>
                  </a:lnTo>
                  <a:lnTo>
                    <a:pt x="147" y="53"/>
                  </a:lnTo>
                  <a:lnTo>
                    <a:pt x="145" y="46"/>
                  </a:lnTo>
                  <a:lnTo>
                    <a:pt x="141" y="40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8" y="22"/>
                  </a:lnTo>
                  <a:lnTo>
                    <a:pt x="123" y="17"/>
                  </a:lnTo>
                  <a:lnTo>
                    <a:pt x="117" y="13"/>
                  </a:lnTo>
                  <a:lnTo>
                    <a:pt x="111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174" y="3092876"/>
            <a:ext cx="1589399" cy="158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2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10263187" y="1698576"/>
            <a:ext cx="1708180" cy="89255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rgbClr val="CE295E"/>
                </a:solidFill>
              </a:rPr>
              <a:t>55,3%</a:t>
            </a:r>
          </a:p>
          <a:p>
            <a:pPr algn="ctr"/>
            <a:r>
              <a:rPr lang="en-US" sz="1400" b="1" dirty="0">
                <a:solidFill>
                  <a:srgbClr val="CE295E"/>
                </a:solidFill>
              </a:rPr>
              <a:t>Youth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187826" y="1861291"/>
            <a:ext cx="4095647" cy="371067"/>
            <a:chOff x="1584886" y="1392078"/>
            <a:chExt cx="3952875" cy="49244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27B1B3A-4567-4AE9-A7C9-FA9D5A1F3929}"/>
                </a:ext>
              </a:extLst>
            </p:cNvPr>
            <p:cNvSpPr/>
            <p:nvPr/>
          </p:nvSpPr>
          <p:spPr>
            <a:xfrm>
              <a:off x="1584886" y="1392078"/>
              <a:ext cx="3952875" cy="492443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Subscribers by Gender &amp; Age group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922831E1-31DF-4125-9BCB-8937CAE543E1}"/>
                </a:ext>
              </a:extLst>
            </p:cNvPr>
            <p:cNvSpPr/>
            <p:nvPr/>
          </p:nvSpPr>
          <p:spPr>
            <a:xfrm>
              <a:off x="1642267" y="1440715"/>
              <a:ext cx="385764" cy="3857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8F666DF-6069-4309-98CB-67441794E384}"/>
                </a:ext>
              </a:extLst>
            </p:cNvPr>
            <p:cNvGrpSpPr/>
            <p:nvPr/>
          </p:nvGrpSpPr>
          <p:grpSpPr>
            <a:xfrm>
              <a:off x="1737022" y="1535470"/>
              <a:ext cx="196255" cy="196255"/>
              <a:chOff x="4319588" y="2492375"/>
              <a:chExt cx="287338" cy="287338"/>
            </a:xfrm>
            <a:solidFill>
              <a:srgbClr val="CE295E"/>
            </a:solidFill>
          </p:grpSpPr>
          <p:sp>
            <p:nvSpPr>
              <p:cNvPr id="124" name="Freeform 372">
                <a:extLst>
                  <a:ext uri="{FF2B5EF4-FFF2-40B4-BE49-F238E27FC236}">
                    <a16:creationId xmlns:a16="http://schemas.microsoft.com/office/drawing/2014/main" id="{CC6C2715-550E-40A0-AB0F-10386CBA9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588" y="2587625"/>
                <a:ext cx="287338" cy="192088"/>
              </a:xfrm>
              <a:custGeom>
                <a:avLst/>
                <a:gdLst>
                  <a:gd name="T0" fmla="*/ 843 w 904"/>
                  <a:gd name="T1" fmla="*/ 572 h 602"/>
                  <a:gd name="T2" fmla="*/ 843 w 904"/>
                  <a:gd name="T3" fmla="*/ 12 h 602"/>
                  <a:gd name="T4" fmla="*/ 841 w 904"/>
                  <a:gd name="T5" fmla="*/ 7 h 602"/>
                  <a:gd name="T6" fmla="*/ 836 w 904"/>
                  <a:gd name="T7" fmla="*/ 3 h 602"/>
                  <a:gd name="T8" fmla="*/ 831 w 904"/>
                  <a:gd name="T9" fmla="*/ 1 h 602"/>
                  <a:gd name="T10" fmla="*/ 708 w 904"/>
                  <a:gd name="T11" fmla="*/ 0 h 602"/>
                  <a:gd name="T12" fmla="*/ 702 w 904"/>
                  <a:gd name="T13" fmla="*/ 2 h 602"/>
                  <a:gd name="T14" fmla="*/ 697 w 904"/>
                  <a:gd name="T15" fmla="*/ 5 h 602"/>
                  <a:gd name="T16" fmla="*/ 694 w 904"/>
                  <a:gd name="T17" fmla="*/ 9 h 602"/>
                  <a:gd name="T18" fmla="*/ 693 w 904"/>
                  <a:gd name="T19" fmla="*/ 16 h 602"/>
                  <a:gd name="T20" fmla="*/ 632 w 904"/>
                  <a:gd name="T21" fmla="*/ 572 h 602"/>
                  <a:gd name="T22" fmla="*/ 632 w 904"/>
                  <a:gd name="T23" fmla="*/ 283 h 602"/>
                  <a:gd name="T24" fmla="*/ 630 w 904"/>
                  <a:gd name="T25" fmla="*/ 277 h 602"/>
                  <a:gd name="T26" fmla="*/ 626 w 904"/>
                  <a:gd name="T27" fmla="*/ 274 h 602"/>
                  <a:gd name="T28" fmla="*/ 621 w 904"/>
                  <a:gd name="T29" fmla="*/ 271 h 602"/>
                  <a:gd name="T30" fmla="*/ 497 w 904"/>
                  <a:gd name="T31" fmla="*/ 271 h 602"/>
                  <a:gd name="T32" fmla="*/ 491 w 904"/>
                  <a:gd name="T33" fmla="*/ 272 h 602"/>
                  <a:gd name="T34" fmla="*/ 487 w 904"/>
                  <a:gd name="T35" fmla="*/ 275 h 602"/>
                  <a:gd name="T36" fmla="*/ 483 w 904"/>
                  <a:gd name="T37" fmla="*/ 281 h 602"/>
                  <a:gd name="T38" fmla="*/ 482 w 904"/>
                  <a:gd name="T39" fmla="*/ 286 h 602"/>
                  <a:gd name="T40" fmla="*/ 421 w 904"/>
                  <a:gd name="T41" fmla="*/ 572 h 602"/>
                  <a:gd name="T42" fmla="*/ 421 w 904"/>
                  <a:gd name="T43" fmla="*/ 193 h 602"/>
                  <a:gd name="T44" fmla="*/ 419 w 904"/>
                  <a:gd name="T45" fmla="*/ 187 h 602"/>
                  <a:gd name="T46" fmla="*/ 415 w 904"/>
                  <a:gd name="T47" fmla="*/ 183 h 602"/>
                  <a:gd name="T48" fmla="*/ 409 w 904"/>
                  <a:gd name="T49" fmla="*/ 181 h 602"/>
                  <a:gd name="T50" fmla="*/ 286 w 904"/>
                  <a:gd name="T51" fmla="*/ 181 h 602"/>
                  <a:gd name="T52" fmla="*/ 281 w 904"/>
                  <a:gd name="T53" fmla="*/ 182 h 602"/>
                  <a:gd name="T54" fmla="*/ 275 w 904"/>
                  <a:gd name="T55" fmla="*/ 185 h 602"/>
                  <a:gd name="T56" fmla="*/ 272 w 904"/>
                  <a:gd name="T57" fmla="*/ 190 h 602"/>
                  <a:gd name="T58" fmla="*/ 271 w 904"/>
                  <a:gd name="T59" fmla="*/ 196 h 602"/>
                  <a:gd name="T60" fmla="*/ 211 w 904"/>
                  <a:gd name="T61" fmla="*/ 572 h 602"/>
                  <a:gd name="T62" fmla="*/ 211 w 904"/>
                  <a:gd name="T63" fmla="*/ 404 h 602"/>
                  <a:gd name="T64" fmla="*/ 209 w 904"/>
                  <a:gd name="T65" fmla="*/ 399 h 602"/>
                  <a:gd name="T66" fmla="*/ 205 w 904"/>
                  <a:gd name="T67" fmla="*/ 394 h 602"/>
                  <a:gd name="T68" fmla="*/ 199 w 904"/>
                  <a:gd name="T69" fmla="*/ 392 h 602"/>
                  <a:gd name="T70" fmla="*/ 76 w 904"/>
                  <a:gd name="T71" fmla="*/ 391 h 602"/>
                  <a:gd name="T72" fmla="*/ 69 w 904"/>
                  <a:gd name="T73" fmla="*/ 392 h 602"/>
                  <a:gd name="T74" fmla="*/ 65 w 904"/>
                  <a:gd name="T75" fmla="*/ 396 h 602"/>
                  <a:gd name="T76" fmla="*/ 62 w 904"/>
                  <a:gd name="T77" fmla="*/ 401 h 602"/>
                  <a:gd name="T78" fmla="*/ 61 w 904"/>
                  <a:gd name="T79" fmla="*/ 406 h 602"/>
                  <a:gd name="T80" fmla="*/ 15 w 904"/>
                  <a:gd name="T81" fmla="*/ 572 h 602"/>
                  <a:gd name="T82" fmla="*/ 9 w 904"/>
                  <a:gd name="T83" fmla="*/ 573 h 602"/>
                  <a:gd name="T84" fmla="*/ 5 w 904"/>
                  <a:gd name="T85" fmla="*/ 577 h 602"/>
                  <a:gd name="T86" fmla="*/ 2 w 904"/>
                  <a:gd name="T87" fmla="*/ 581 h 602"/>
                  <a:gd name="T88" fmla="*/ 0 w 904"/>
                  <a:gd name="T89" fmla="*/ 587 h 602"/>
                  <a:gd name="T90" fmla="*/ 2 w 904"/>
                  <a:gd name="T91" fmla="*/ 593 h 602"/>
                  <a:gd name="T92" fmla="*/ 5 w 904"/>
                  <a:gd name="T93" fmla="*/ 598 h 602"/>
                  <a:gd name="T94" fmla="*/ 9 w 904"/>
                  <a:gd name="T95" fmla="*/ 601 h 602"/>
                  <a:gd name="T96" fmla="*/ 15 w 904"/>
                  <a:gd name="T97" fmla="*/ 602 h 602"/>
                  <a:gd name="T98" fmla="*/ 196 w 904"/>
                  <a:gd name="T99" fmla="*/ 602 h 602"/>
                  <a:gd name="T100" fmla="*/ 406 w 904"/>
                  <a:gd name="T101" fmla="*/ 602 h 602"/>
                  <a:gd name="T102" fmla="*/ 617 w 904"/>
                  <a:gd name="T103" fmla="*/ 602 h 602"/>
                  <a:gd name="T104" fmla="*/ 828 w 904"/>
                  <a:gd name="T105" fmla="*/ 602 h 602"/>
                  <a:gd name="T106" fmla="*/ 891 w 904"/>
                  <a:gd name="T107" fmla="*/ 602 h 602"/>
                  <a:gd name="T108" fmla="*/ 896 w 904"/>
                  <a:gd name="T109" fmla="*/ 600 h 602"/>
                  <a:gd name="T110" fmla="*/ 901 w 904"/>
                  <a:gd name="T111" fmla="*/ 596 h 602"/>
                  <a:gd name="T112" fmla="*/ 903 w 904"/>
                  <a:gd name="T113" fmla="*/ 591 h 602"/>
                  <a:gd name="T114" fmla="*/ 903 w 904"/>
                  <a:gd name="T115" fmla="*/ 584 h 602"/>
                  <a:gd name="T116" fmla="*/ 901 w 904"/>
                  <a:gd name="T117" fmla="*/ 579 h 602"/>
                  <a:gd name="T118" fmla="*/ 896 w 904"/>
                  <a:gd name="T119" fmla="*/ 575 h 602"/>
                  <a:gd name="T120" fmla="*/ 891 w 904"/>
                  <a:gd name="T121" fmla="*/ 572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04" h="602">
                    <a:moveTo>
                      <a:pt x="889" y="572"/>
                    </a:moveTo>
                    <a:lnTo>
                      <a:pt x="843" y="572"/>
                    </a:lnTo>
                    <a:lnTo>
                      <a:pt x="843" y="16"/>
                    </a:lnTo>
                    <a:lnTo>
                      <a:pt x="843" y="12"/>
                    </a:lnTo>
                    <a:lnTo>
                      <a:pt x="842" y="9"/>
                    </a:lnTo>
                    <a:lnTo>
                      <a:pt x="841" y="7"/>
                    </a:lnTo>
                    <a:lnTo>
                      <a:pt x="838" y="5"/>
                    </a:lnTo>
                    <a:lnTo>
                      <a:pt x="836" y="3"/>
                    </a:lnTo>
                    <a:lnTo>
                      <a:pt x="834" y="2"/>
                    </a:lnTo>
                    <a:lnTo>
                      <a:pt x="831" y="1"/>
                    </a:lnTo>
                    <a:lnTo>
                      <a:pt x="828" y="1"/>
                    </a:lnTo>
                    <a:lnTo>
                      <a:pt x="708" y="0"/>
                    </a:lnTo>
                    <a:lnTo>
                      <a:pt x="704" y="1"/>
                    </a:lnTo>
                    <a:lnTo>
                      <a:pt x="702" y="2"/>
                    </a:lnTo>
                    <a:lnTo>
                      <a:pt x="699" y="3"/>
                    </a:lnTo>
                    <a:lnTo>
                      <a:pt x="697" y="5"/>
                    </a:lnTo>
                    <a:lnTo>
                      <a:pt x="695" y="7"/>
                    </a:lnTo>
                    <a:lnTo>
                      <a:pt x="694" y="9"/>
                    </a:lnTo>
                    <a:lnTo>
                      <a:pt x="693" y="12"/>
                    </a:lnTo>
                    <a:lnTo>
                      <a:pt x="693" y="16"/>
                    </a:lnTo>
                    <a:lnTo>
                      <a:pt x="693" y="572"/>
                    </a:lnTo>
                    <a:lnTo>
                      <a:pt x="632" y="572"/>
                    </a:lnTo>
                    <a:lnTo>
                      <a:pt x="632" y="286"/>
                    </a:lnTo>
                    <a:lnTo>
                      <a:pt x="632" y="283"/>
                    </a:lnTo>
                    <a:lnTo>
                      <a:pt x="631" y="281"/>
                    </a:lnTo>
                    <a:lnTo>
                      <a:pt x="630" y="277"/>
                    </a:lnTo>
                    <a:lnTo>
                      <a:pt x="628" y="275"/>
                    </a:lnTo>
                    <a:lnTo>
                      <a:pt x="626" y="274"/>
                    </a:lnTo>
                    <a:lnTo>
                      <a:pt x="623" y="272"/>
                    </a:lnTo>
                    <a:lnTo>
                      <a:pt x="621" y="271"/>
                    </a:lnTo>
                    <a:lnTo>
                      <a:pt x="617" y="271"/>
                    </a:lnTo>
                    <a:lnTo>
                      <a:pt x="497" y="271"/>
                    </a:lnTo>
                    <a:lnTo>
                      <a:pt x="494" y="271"/>
                    </a:lnTo>
                    <a:lnTo>
                      <a:pt x="491" y="272"/>
                    </a:lnTo>
                    <a:lnTo>
                      <a:pt x="489" y="274"/>
                    </a:lnTo>
                    <a:lnTo>
                      <a:pt x="487" y="275"/>
                    </a:lnTo>
                    <a:lnTo>
                      <a:pt x="484" y="277"/>
                    </a:lnTo>
                    <a:lnTo>
                      <a:pt x="483" y="281"/>
                    </a:lnTo>
                    <a:lnTo>
                      <a:pt x="482" y="283"/>
                    </a:lnTo>
                    <a:lnTo>
                      <a:pt x="482" y="286"/>
                    </a:lnTo>
                    <a:lnTo>
                      <a:pt x="482" y="572"/>
                    </a:lnTo>
                    <a:lnTo>
                      <a:pt x="421" y="572"/>
                    </a:lnTo>
                    <a:lnTo>
                      <a:pt x="421" y="196"/>
                    </a:lnTo>
                    <a:lnTo>
                      <a:pt x="421" y="193"/>
                    </a:lnTo>
                    <a:lnTo>
                      <a:pt x="420" y="190"/>
                    </a:lnTo>
                    <a:lnTo>
                      <a:pt x="419" y="187"/>
                    </a:lnTo>
                    <a:lnTo>
                      <a:pt x="417" y="185"/>
                    </a:lnTo>
                    <a:lnTo>
                      <a:pt x="415" y="183"/>
                    </a:lnTo>
                    <a:lnTo>
                      <a:pt x="413" y="182"/>
                    </a:lnTo>
                    <a:lnTo>
                      <a:pt x="409" y="181"/>
                    </a:lnTo>
                    <a:lnTo>
                      <a:pt x="406" y="181"/>
                    </a:lnTo>
                    <a:lnTo>
                      <a:pt x="286" y="181"/>
                    </a:lnTo>
                    <a:lnTo>
                      <a:pt x="283" y="181"/>
                    </a:lnTo>
                    <a:lnTo>
                      <a:pt x="281" y="182"/>
                    </a:lnTo>
                    <a:lnTo>
                      <a:pt x="277" y="183"/>
                    </a:lnTo>
                    <a:lnTo>
                      <a:pt x="275" y="185"/>
                    </a:lnTo>
                    <a:lnTo>
                      <a:pt x="273" y="187"/>
                    </a:lnTo>
                    <a:lnTo>
                      <a:pt x="272" y="190"/>
                    </a:lnTo>
                    <a:lnTo>
                      <a:pt x="271" y="193"/>
                    </a:lnTo>
                    <a:lnTo>
                      <a:pt x="271" y="196"/>
                    </a:lnTo>
                    <a:lnTo>
                      <a:pt x="271" y="572"/>
                    </a:lnTo>
                    <a:lnTo>
                      <a:pt x="211" y="572"/>
                    </a:lnTo>
                    <a:lnTo>
                      <a:pt x="211" y="406"/>
                    </a:lnTo>
                    <a:lnTo>
                      <a:pt x="211" y="404"/>
                    </a:lnTo>
                    <a:lnTo>
                      <a:pt x="210" y="401"/>
                    </a:lnTo>
                    <a:lnTo>
                      <a:pt x="209" y="399"/>
                    </a:lnTo>
                    <a:lnTo>
                      <a:pt x="207" y="396"/>
                    </a:lnTo>
                    <a:lnTo>
                      <a:pt x="205" y="394"/>
                    </a:lnTo>
                    <a:lnTo>
                      <a:pt x="201" y="393"/>
                    </a:lnTo>
                    <a:lnTo>
                      <a:pt x="199" y="392"/>
                    </a:lnTo>
                    <a:lnTo>
                      <a:pt x="196" y="391"/>
                    </a:lnTo>
                    <a:lnTo>
                      <a:pt x="76" y="391"/>
                    </a:lnTo>
                    <a:lnTo>
                      <a:pt x="73" y="392"/>
                    </a:lnTo>
                    <a:lnTo>
                      <a:pt x="69" y="392"/>
                    </a:lnTo>
                    <a:lnTo>
                      <a:pt x="67" y="394"/>
                    </a:lnTo>
                    <a:lnTo>
                      <a:pt x="65" y="396"/>
                    </a:lnTo>
                    <a:lnTo>
                      <a:pt x="63" y="399"/>
                    </a:lnTo>
                    <a:lnTo>
                      <a:pt x="62" y="401"/>
                    </a:lnTo>
                    <a:lnTo>
                      <a:pt x="61" y="404"/>
                    </a:lnTo>
                    <a:lnTo>
                      <a:pt x="61" y="406"/>
                    </a:lnTo>
                    <a:lnTo>
                      <a:pt x="61" y="572"/>
                    </a:lnTo>
                    <a:lnTo>
                      <a:pt x="15" y="572"/>
                    </a:lnTo>
                    <a:lnTo>
                      <a:pt x="13" y="572"/>
                    </a:lnTo>
                    <a:lnTo>
                      <a:pt x="9" y="573"/>
                    </a:lnTo>
                    <a:lnTo>
                      <a:pt x="7" y="575"/>
                    </a:lnTo>
                    <a:lnTo>
                      <a:pt x="5" y="577"/>
                    </a:lnTo>
                    <a:lnTo>
                      <a:pt x="3" y="579"/>
                    </a:lnTo>
                    <a:lnTo>
                      <a:pt x="2" y="581"/>
                    </a:lnTo>
                    <a:lnTo>
                      <a:pt x="1" y="584"/>
                    </a:lnTo>
                    <a:lnTo>
                      <a:pt x="0" y="587"/>
                    </a:lnTo>
                    <a:lnTo>
                      <a:pt x="1" y="591"/>
                    </a:lnTo>
                    <a:lnTo>
                      <a:pt x="2" y="593"/>
                    </a:lnTo>
                    <a:lnTo>
                      <a:pt x="3" y="596"/>
                    </a:lnTo>
                    <a:lnTo>
                      <a:pt x="5" y="598"/>
                    </a:lnTo>
                    <a:lnTo>
                      <a:pt x="7" y="600"/>
                    </a:lnTo>
                    <a:lnTo>
                      <a:pt x="9" y="601"/>
                    </a:lnTo>
                    <a:lnTo>
                      <a:pt x="13" y="602"/>
                    </a:lnTo>
                    <a:lnTo>
                      <a:pt x="15" y="602"/>
                    </a:lnTo>
                    <a:lnTo>
                      <a:pt x="76" y="602"/>
                    </a:lnTo>
                    <a:lnTo>
                      <a:pt x="196" y="602"/>
                    </a:lnTo>
                    <a:lnTo>
                      <a:pt x="286" y="602"/>
                    </a:lnTo>
                    <a:lnTo>
                      <a:pt x="406" y="602"/>
                    </a:lnTo>
                    <a:lnTo>
                      <a:pt x="497" y="602"/>
                    </a:lnTo>
                    <a:lnTo>
                      <a:pt x="617" y="602"/>
                    </a:lnTo>
                    <a:lnTo>
                      <a:pt x="708" y="602"/>
                    </a:lnTo>
                    <a:lnTo>
                      <a:pt x="828" y="602"/>
                    </a:lnTo>
                    <a:lnTo>
                      <a:pt x="889" y="602"/>
                    </a:lnTo>
                    <a:lnTo>
                      <a:pt x="891" y="602"/>
                    </a:lnTo>
                    <a:lnTo>
                      <a:pt x="894" y="601"/>
                    </a:lnTo>
                    <a:lnTo>
                      <a:pt x="896" y="600"/>
                    </a:lnTo>
                    <a:lnTo>
                      <a:pt x="898" y="598"/>
                    </a:lnTo>
                    <a:lnTo>
                      <a:pt x="901" y="596"/>
                    </a:lnTo>
                    <a:lnTo>
                      <a:pt x="902" y="593"/>
                    </a:lnTo>
                    <a:lnTo>
                      <a:pt x="903" y="591"/>
                    </a:lnTo>
                    <a:lnTo>
                      <a:pt x="904" y="587"/>
                    </a:lnTo>
                    <a:lnTo>
                      <a:pt x="903" y="584"/>
                    </a:lnTo>
                    <a:lnTo>
                      <a:pt x="902" y="581"/>
                    </a:lnTo>
                    <a:lnTo>
                      <a:pt x="901" y="579"/>
                    </a:lnTo>
                    <a:lnTo>
                      <a:pt x="898" y="577"/>
                    </a:lnTo>
                    <a:lnTo>
                      <a:pt x="896" y="575"/>
                    </a:lnTo>
                    <a:lnTo>
                      <a:pt x="894" y="573"/>
                    </a:lnTo>
                    <a:lnTo>
                      <a:pt x="891" y="572"/>
                    </a:lnTo>
                    <a:lnTo>
                      <a:pt x="889" y="5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373">
                <a:extLst>
                  <a:ext uri="{FF2B5EF4-FFF2-40B4-BE49-F238E27FC236}">
                    <a16:creationId xmlns:a16="http://schemas.microsoft.com/office/drawing/2014/main" id="{F7218EF6-60ED-4D4C-9831-CF6B6BB7D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638" y="2492375"/>
                <a:ext cx="252413" cy="157163"/>
              </a:xfrm>
              <a:custGeom>
                <a:avLst/>
                <a:gdLst>
                  <a:gd name="T0" fmla="*/ 77 w 797"/>
                  <a:gd name="T1" fmla="*/ 494 h 497"/>
                  <a:gd name="T2" fmla="*/ 97 w 797"/>
                  <a:gd name="T3" fmla="*/ 483 h 497"/>
                  <a:gd name="T4" fmla="*/ 112 w 797"/>
                  <a:gd name="T5" fmla="*/ 466 h 497"/>
                  <a:gd name="T6" fmla="*/ 120 w 797"/>
                  <a:gd name="T7" fmla="*/ 443 h 497"/>
                  <a:gd name="T8" fmla="*/ 116 w 797"/>
                  <a:gd name="T9" fmla="*/ 416 h 497"/>
                  <a:gd name="T10" fmla="*/ 267 w 797"/>
                  <a:gd name="T11" fmla="*/ 298 h 497"/>
                  <a:gd name="T12" fmla="*/ 300 w 797"/>
                  <a:gd name="T13" fmla="*/ 299 h 497"/>
                  <a:gd name="T14" fmla="*/ 325 w 797"/>
                  <a:gd name="T15" fmla="*/ 287 h 497"/>
                  <a:gd name="T16" fmla="*/ 451 w 797"/>
                  <a:gd name="T17" fmla="*/ 327 h 497"/>
                  <a:gd name="T18" fmla="*/ 454 w 797"/>
                  <a:gd name="T19" fmla="*/ 349 h 497"/>
                  <a:gd name="T20" fmla="*/ 464 w 797"/>
                  <a:gd name="T21" fmla="*/ 369 h 497"/>
                  <a:gd name="T22" fmla="*/ 482 w 797"/>
                  <a:gd name="T23" fmla="*/ 384 h 497"/>
                  <a:gd name="T24" fmla="*/ 505 w 797"/>
                  <a:gd name="T25" fmla="*/ 391 h 497"/>
                  <a:gd name="T26" fmla="*/ 529 w 797"/>
                  <a:gd name="T27" fmla="*/ 389 h 497"/>
                  <a:gd name="T28" fmla="*/ 550 w 797"/>
                  <a:gd name="T29" fmla="*/ 378 h 497"/>
                  <a:gd name="T30" fmla="*/ 564 w 797"/>
                  <a:gd name="T31" fmla="*/ 360 h 497"/>
                  <a:gd name="T32" fmla="*/ 571 w 797"/>
                  <a:gd name="T33" fmla="*/ 337 h 497"/>
                  <a:gd name="T34" fmla="*/ 565 w 797"/>
                  <a:gd name="T35" fmla="*/ 304 h 497"/>
                  <a:gd name="T36" fmla="*/ 724 w 797"/>
                  <a:gd name="T37" fmla="*/ 119 h 497"/>
                  <a:gd name="T38" fmla="*/ 750 w 797"/>
                  <a:gd name="T39" fmla="*/ 119 h 497"/>
                  <a:gd name="T40" fmla="*/ 771 w 797"/>
                  <a:gd name="T41" fmla="*/ 110 h 497"/>
                  <a:gd name="T42" fmla="*/ 787 w 797"/>
                  <a:gd name="T43" fmla="*/ 94 h 497"/>
                  <a:gd name="T44" fmla="*/ 796 w 797"/>
                  <a:gd name="T45" fmla="*/ 72 h 497"/>
                  <a:gd name="T46" fmla="*/ 796 w 797"/>
                  <a:gd name="T47" fmla="*/ 48 h 497"/>
                  <a:gd name="T48" fmla="*/ 787 w 797"/>
                  <a:gd name="T49" fmla="*/ 27 h 497"/>
                  <a:gd name="T50" fmla="*/ 771 w 797"/>
                  <a:gd name="T51" fmla="*/ 10 h 497"/>
                  <a:gd name="T52" fmla="*/ 750 w 797"/>
                  <a:gd name="T53" fmla="*/ 1 h 497"/>
                  <a:gd name="T54" fmla="*/ 725 w 797"/>
                  <a:gd name="T55" fmla="*/ 1 h 497"/>
                  <a:gd name="T56" fmla="*/ 703 w 797"/>
                  <a:gd name="T57" fmla="*/ 10 h 497"/>
                  <a:gd name="T58" fmla="*/ 687 w 797"/>
                  <a:gd name="T59" fmla="*/ 27 h 497"/>
                  <a:gd name="T60" fmla="*/ 678 w 797"/>
                  <a:gd name="T61" fmla="*/ 48 h 497"/>
                  <a:gd name="T62" fmla="*/ 680 w 797"/>
                  <a:gd name="T63" fmla="*/ 79 h 497"/>
                  <a:gd name="T64" fmla="*/ 531 w 797"/>
                  <a:gd name="T65" fmla="*/ 275 h 497"/>
                  <a:gd name="T66" fmla="*/ 504 w 797"/>
                  <a:gd name="T67" fmla="*/ 272 h 497"/>
                  <a:gd name="T68" fmla="*/ 478 w 797"/>
                  <a:gd name="T69" fmla="*/ 281 h 497"/>
                  <a:gd name="T70" fmla="*/ 345 w 797"/>
                  <a:gd name="T71" fmla="*/ 248 h 497"/>
                  <a:gd name="T72" fmla="*/ 344 w 797"/>
                  <a:gd name="T73" fmla="*/ 229 h 497"/>
                  <a:gd name="T74" fmla="*/ 336 w 797"/>
                  <a:gd name="T75" fmla="*/ 207 h 497"/>
                  <a:gd name="T76" fmla="*/ 319 w 797"/>
                  <a:gd name="T77" fmla="*/ 191 h 497"/>
                  <a:gd name="T78" fmla="*/ 298 w 797"/>
                  <a:gd name="T79" fmla="*/ 181 h 497"/>
                  <a:gd name="T80" fmla="*/ 273 w 797"/>
                  <a:gd name="T81" fmla="*/ 181 h 497"/>
                  <a:gd name="T82" fmla="*/ 252 w 797"/>
                  <a:gd name="T83" fmla="*/ 191 h 497"/>
                  <a:gd name="T84" fmla="*/ 236 w 797"/>
                  <a:gd name="T85" fmla="*/ 207 h 497"/>
                  <a:gd name="T86" fmla="*/ 226 w 797"/>
                  <a:gd name="T87" fmla="*/ 229 h 497"/>
                  <a:gd name="T88" fmla="*/ 227 w 797"/>
                  <a:gd name="T89" fmla="*/ 254 h 497"/>
                  <a:gd name="T90" fmla="*/ 86 w 797"/>
                  <a:gd name="T91" fmla="*/ 382 h 497"/>
                  <a:gd name="T92" fmla="*/ 53 w 797"/>
                  <a:gd name="T93" fmla="*/ 377 h 497"/>
                  <a:gd name="T94" fmla="*/ 31 w 797"/>
                  <a:gd name="T95" fmla="*/ 383 h 497"/>
                  <a:gd name="T96" fmla="*/ 13 w 797"/>
                  <a:gd name="T97" fmla="*/ 398 h 497"/>
                  <a:gd name="T98" fmla="*/ 2 w 797"/>
                  <a:gd name="T99" fmla="*/ 419 h 497"/>
                  <a:gd name="T100" fmla="*/ 0 w 797"/>
                  <a:gd name="T101" fmla="*/ 443 h 497"/>
                  <a:gd name="T102" fmla="*/ 6 w 797"/>
                  <a:gd name="T103" fmla="*/ 466 h 497"/>
                  <a:gd name="T104" fmla="*/ 21 w 797"/>
                  <a:gd name="T105" fmla="*/ 483 h 497"/>
                  <a:gd name="T106" fmla="*/ 42 w 797"/>
                  <a:gd name="T107" fmla="*/ 494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97" h="497">
                    <a:moveTo>
                      <a:pt x="60" y="497"/>
                    </a:moveTo>
                    <a:lnTo>
                      <a:pt x="65" y="497"/>
                    </a:lnTo>
                    <a:lnTo>
                      <a:pt x="72" y="496"/>
                    </a:lnTo>
                    <a:lnTo>
                      <a:pt x="77" y="494"/>
                    </a:lnTo>
                    <a:lnTo>
                      <a:pt x="83" y="493"/>
                    </a:lnTo>
                    <a:lnTo>
                      <a:pt x="89" y="489"/>
                    </a:lnTo>
                    <a:lnTo>
                      <a:pt x="93" y="486"/>
                    </a:lnTo>
                    <a:lnTo>
                      <a:pt x="97" y="483"/>
                    </a:lnTo>
                    <a:lnTo>
                      <a:pt x="102" y="480"/>
                    </a:lnTo>
                    <a:lnTo>
                      <a:pt x="106" y="475"/>
                    </a:lnTo>
                    <a:lnTo>
                      <a:pt x="109" y="470"/>
                    </a:lnTo>
                    <a:lnTo>
                      <a:pt x="112" y="466"/>
                    </a:lnTo>
                    <a:lnTo>
                      <a:pt x="115" y="460"/>
                    </a:lnTo>
                    <a:lnTo>
                      <a:pt x="117" y="455"/>
                    </a:lnTo>
                    <a:lnTo>
                      <a:pt x="119" y="449"/>
                    </a:lnTo>
                    <a:lnTo>
                      <a:pt x="120" y="443"/>
                    </a:lnTo>
                    <a:lnTo>
                      <a:pt x="120" y="437"/>
                    </a:lnTo>
                    <a:lnTo>
                      <a:pt x="119" y="429"/>
                    </a:lnTo>
                    <a:lnTo>
                      <a:pt x="118" y="423"/>
                    </a:lnTo>
                    <a:lnTo>
                      <a:pt x="116" y="416"/>
                    </a:lnTo>
                    <a:lnTo>
                      <a:pt x="114" y="410"/>
                    </a:lnTo>
                    <a:lnTo>
                      <a:pt x="251" y="290"/>
                    </a:lnTo>
                    <a:lnTo>
                      <a:pt x="259" y="295"/>
                    </a:lnTo>
                    <a:lnTo>
                      <a:pt x="267" y="298"/>
                    </a:lnTo>
                    <a:lnTo>
                      <a:pt x="277" y="301"/>
                    </a:lnTo>
                    <a:lnTo>
                      <a:pt x="285" y="302"/>
                    </a:lnTo>
                    <a:lnTo>
                      <a:pt x="293" y="301"/>
                    </a:lnTo>
                    <a:lnTo>
                      <a:pt x="300" y="299"/>
                    </a:lnTo>
                    <a:lnTo>
                      <a:pt x="307" y="297"/>
                    </a:lnTo>
                    <a:lnTo>
                      <a:pt x="313" y="294"/>
                    </a:lnTo>
                    <a:lnTo>
                      <a:pt x="318" y="291"/>
                    </a:lnTo>
                    <a:lnTo>
                      <a:pt x="325" y="287"/>
                    </a:lnTo>
                    <a:lnTo>
                      <a:pt x="329" y="282"/>
                    </a:lnTo>
                    <a:lnTo>
                      <a:pt x="333" y="277"/>
                    </a:lnTo>
                    <a:lnTo>
                      <a:pt x="451" y="324"/>
                    </a:lnTo>
                    <a:lnTo>
                      <a:pt x="451" y="327"/>
                    </a:lnTo>
                    <a:lnTo>
                      <a:pt x="451" y="332"/>
                    </a:lnTo>
                    <a:lnTo>
                      <a:pt x="451" y="337"/>
                    </a:lnTo>
                    <a:lnTo>
                      <a:pt x="452" y="343"/>
                    </a:lnTo>
                    <a:lnTo>
                      <a:pt x="454" y="349"/>
                    </a:lnTo>
                    <a:lnTo>
                      <a:pt x="456" y="354"/>
                    </a:lnTo>
                    <a:lnTo>
                      <a:pt x="458" y="360"/>
                    </a:lnTo>
                    <a:lnTo>
                      <a:pt x="461" y="365"/>
                    </a:lnTo>
                    <a:lnTo>
                      <a:pt x="464" y="369"/>
                    </a:lnTo>
                    <a:lnTo>
                      <a:pt x="469" y="374"/>
                    </a:lnTo>
                    <a:lnTo>
                      <a:pt x="473" y="378"/>
                    </a:lnTo>
                    <a:lnTo>
                      <a:pt x="477" y="381"/>
                    </a:lnTo>
                    <a:lnTo>
                      <a:pt x="482" y="384"/>
                    </a:lnTo>
                    <a:lnTo>
                      <a:pt x="488" y="386"/>
                    </a:lnTo>
                    <a:lnTo>
                      <a:pt x="493" y="389"/>
                    </a:lnTo>
                    <a:lnTo>
                      <a:pt x="499" y="391"/>
                    </a:lnTo>
                    <a:lnTo>
                      <a:pt x="505" y="391"/>
                    </a:lnTo>
                    <a:lnTo>
                      <a:pt x="511" y="392"/>
                    </a:lnTo>
                    <a:lnTo>
                      <a:pt x="518" y="391"/>
                    </a:lnTo>
                    <a:lnTo>
                      <a:pt x="523" y="391"/>
                    </a:lnTo>
                    <a:lnTo>
                      <a:pt x="529" y="389"/>
                    </a:lnTo>
                    <a:lnTo>
                      <a:pt x="535" y="386"/>
                    </a:lnTo>
                    <a:lnTo>
                      <a:pt x="540" y="384"/>
                    </a:lnTo>
                    <a:lnTo>
                      <a:pt x="545" y="381"/>
                    </a:lnTo>
                    <a:lnTo>
                      <a:pt x="550" y="378"/>
                    </a:lnTo>
                    <a:lnTo>
                      <a:pt x="553" y="374"/>
                    </a:lnTo>
                    <a:lnTo>
                      <a:pt x="558" y="369"/>
                    </a:lnTo>
                    <a:lnTo>
                      <a:pt x="561" y="365"/>
                    </a:lnTo>
                    <a:lnTo>
                      <a:pt x="564" y="360"/>
                    </a:lnTo>
                    <a:lnTo>
                      <a:pt x="567" y="354"/>
                    </a:lnTo>
                    <a:lnTo>
                      <a:pt x="568" y="349"/>
                    </a:lnTo>
                    <a:lnTo>
                      <a:pt x="570" y="343"/>
                    </a:lnTo>
                    <a:lnTo>
                      <a:pt x="571" y="337"/>
                    </a:lnTo>
                    <a:lnTo>
                      <a:pt x="571" y="332"/>
                    </a:lnTo>
                    <a:lnTo>
                      <a:pt x="570" y="322"/>
                    </a:lnTo>
                    <a:lnTo>
                      <a:pt x="568" y="312"/>
                    </a:lnTo>
                    <a:lnTo>
                      <a:pt x="565" y="304"/>
                    </a:lnTo>
                    <a:lnTo>
                      <a:pt x="560" y="296"/>
                    </a:lnTo>
                    <a:lnTo>
                      <a:pt x="711" y="114"/>
                    </a:lnTo>
                    <a:lnTo>
                      <a:pt x="717" y="117"/>
                    </a:lnTo>
                    <a:lnTo>
                      <a:pt x="724" y="119"/>
                    </a:lnTo>
                    <a:lnTo>
                      <a:pt x="730" y="120"/>
                    </a:lnTo>
                    <a:lnTo>
                      <a:pt x="737" y="120"/>
                    </a:lnTo>
                    <a:lnTo>
                      <a:pt x="743" y="120"/>
                    </a:lnTo>
                    <a:lnTo>
                      <a:pt x="750" y="119"/>
                    </a:lnTo>
                    <a:lnTo>
                      <a:pt x="755" y="118"/>
                    </a:lnTo>
                    <a:lnTo>
                      <a:pt x="760" y="116"/>
                    </a:lnTo>
                    <a:lnTo>
                      <a:pt x="766" y="113"/>
                    </a:lnTo>
                    <a:lnTo>
                      <a:pt x="771" y="110"/>
                    </a:lnTo>
                    <a:lnTo>
                      <a:pt x="775" y="106"/>
                    </a:lnTo>
                    <a:lnTo>
                      <a:pt x="780" y="103"/>
                    </a:lnTo>
                    <a:lnTo>
                      <a:pt x="784" y="99"/>
                    </a:lnTo>
                    <a:lnTo>
                      <a:pt x="787" y="94"/>
                    </a:lnTo>
                    <a:lnTo>
                      <a:pt x="790" y="89"/>
                    </a:lnTo>
                    <a:lnTo>
                      <a:pt x="792" y="84"/>
                    </a:lnTo>
                    <a:lnTo>
                      <a:pt x="795" y="79"/>
                    </a:lnTo>
                    <a:lnTo>
                      <a:pt x="796" y="72"/>
                    </a:lnTo>
                    <a:lnTo>
                      <a:pt x="797" y="67"/>
                    </a:lnTo>
                    <a:lnTo>
                      <a:pt x="797" y="60"/>
                    </a:lnTo>
                    <a:lnTo>
                      <a:pt x="797" y="54"/>
                    </a:lnTo>
                    <a:lnTo>
                      <a:pt x="796" y="48"/>
                    </a:lnTo>
                    <a:lnTo>
                      <a:pt x="795" y="42"/>
                    </a:lnTo>
                    <a:lnTo>
                      <a:pt x="792" y="37"/>
                    </a:lnTo>
                    <a:lnTo>
                      <a:pt x="790" y="31"/>
                    </a:lnTo>
                    <a:lnTo>
                      <a:pt x="787" y="27"/>
                    </a:lnTo>
                    <a:lnTo>
                      <a:pt x="784" y="22"/>
                    </a:lnTo>
                    <a:lnTo>
                      <a:pt x="780" y="17"/>
                    </a:lnTo>
                    <a:lnTo>
                      <a:pt x="775" y="14"/>
                    </a:lnTo>
                    <a:lnTo>
                      <a:pt x="771" y="10"/>
                    </a:lnTo>
                    <a:lnTo>
                      <a:pt x="766" y="8"/>
                    </a:lnTo>
                    <a:lnTo>
                      <a:pt x="760" y="5"/>
                    </a:lnTo>
                    <a:lnTo>
                      <a:pt x="755" y="2"/>
                    </a:lnTo>
                    <a:lnTo>
                      <a:pt x="750" y="1"/>
                    </a:lnTo>
                    <a:lnTo>
                      <a:pt x="743" y="0"/>
                    </a:lnTo>
                    <a:lnTo>
                      <a:pt x="737" y="0"/>
                    </a:lnTo>
                    <a:lnTo>
                      <a:pt x="731" y="0"/>
                    </a:lnTo>
                    <a:lnTo>
                      <a:pt x="725" y="1"/>
                    </a:lnTo>
                    <a:lnTo>
                      <a:pt x="719" y="2"/>
                    </a:lnTo>
                    <a:lnTo>
                      <a:pt x="713" y="5"/>
                    </a:lnTo>
                    <a:lnTo>
                      <a:pt x="709" y="8"/>
                    </a:lnTo>
                    <a:lnTo>
                      <a:pt x="703" y="10"/>
                    </a:lnTo>
                    <a:lnTo>
                      <a:pt x="699" y="14"/>
                    </a:lnTo>
                    <a:lnTo>
                      <a:pt x="695" y="17"/>
                    </a:lnTo>
                    <a:lnTo>
                      <a:pt x="691" y="22"/>
                    </a:lnTo>
                    <a:lnTo>
                      <a:pt x="687" y="27"/>
                    </a:lnTo>
                    <a:lnTo>
                      <a:pt x="684" y="31"/>
                    </a:lnTo>
                    <a:lnTo>
                      <a:pt x="682" y="37"/>
                    </a:lnTo>
                    <a:lnTo>
                      <a:pt x="680" y="42"/>
                    </a:lnTo>
                    <a:lnTo>
                      <a:pt x="678" y="48"/>
                    </a:lnTo>
                    <a:lnTo>
                      <a:pt x="677" y="54"/>
                    </a:lnTo>
                    <a:lnTo>
                      <a:pt x="677" y="60"/>
                    </a:lnTo>
                    <a:lnTo>
                      <a:pt x="678" y="70"/>
                    </a:lnTo>
                    <a:lnTo>
                      <a:pt x="680" y="79"/>
                    </a:lnTo>
                    <a:lnTo>
                      <a:pt x="683" y="87"/>
                    </a:lnTo>
                    <a:lnTo>
                      <a:pt x="688" y="96"/>
                    </a:lnTo>
                    <a:lnTo>
                      <a:pt x="537" y="277"/>
                    </a:lnTo>
                    <a:lnTo>
                      <a:pt x="531" y="275"/>
                    </a:lnTo>
                    <a:lnTo>
                      <a:pt x="524" y="273"/>
                    </a:lnTo>
                    <a:lnTo>
                      <a:pt x="518" y="272"/>
                    </a:lnTo>
                    <a:lnTo>
                      <a:pt x="511" y="271"/>
                    </a:lnTo>
                    <a:lnTo>
                      <a:pt x="504" y="272"/>
                    </a:lnTo>
                    <a:lnTo>
                      <a:pt x="496" y="273"/>
                    </a:lnTo>
                    <a:lnTo>
                      <a:pt x="490" y="275"/>
                    </a:lnTo>
                    <a:lnTo>
                      <a:pt x="484" y="278"/>
                    </a:lnTo>
                    <a:lnTo>
                      <a:pt x="478" y="281"/>
                    </a:lnTo>
                    <a:lnTo>
                      <a:pt x="472" y="286"/>
                    </a:lnTo>
                    <a:lnTo>
                      <a:pt x="467" y="291"/>
                    </a:lnTo>
                    <a:lnTo>
                      <a:pt x="463" y="295"/>
                    </a:lnTo>
                    <a:lnTo>
                      <a:pt x="345" y="248"/>
                    </a:lnTo>
                    <a:lnTo>
                      <a:pt x="345" y="245"/>
                    </a:lnTo>
                    <a:lnTo>
                      <a:pt x="345" y="240"/>
                    </a:lnTo>
                    <a:lnTo>
                      <a:pt x="345" y="235"/>
                    </a:lnTo>
                    <a:lnTo>
                      <a:pt x="344" y="229"/>
                    </a:lnTo>
                    <a:lnTo>
                      <a:pt x="343" y="223"/>
                    </a:lnTo>
                    <a:lnTo>
                      <a:pt x="341" y="218"/>
                    </a:lnTo>
                    <a:lnTo>
                      <a:pt x="339" y="213"/>
                    </a:lnTo>
                    <a:lnTo>
                      <a:pt x="336" y="207"/>
                    </a:lnTo>
                    <a:lnTo>
                      <a:pt x="332" y="203"/>
                    </a:lnTo>
                    <a:lnTo>
                      <a:pt x="328" y="199"/>
                    </a:lnTo>
                    <a:lnTo>
                      <a:pt x="324" y="194"/>
                    </a:lnTo>
                    <a:lnTo>
                      <a:pt x="319" y="191"/>
                    </a:lnTo>
                    <a:lnTo>
                      <a:pt x="314" y="188"/>
                    </a:lnTo>
                    <a:lnTo>
                      <a:pt x="309" y="186"/>
                    </a:lnTo>
                    <a:lnTo>
                      <a:pt x="303" y="184"/>
                    </a:lnTo>
                    <a:lnTo>
                      <a:pt x="298" y="181"/>
                    </a:lnTo>
                    <a:lnTo>
                      <a:pt x="292" y="181"/>
                    </a:lnTo>
                    <a:lnTo>
                      <a:pt x="285" y="180"/>
                    </a:lnTo>
                    <a:lnTo>
                      <a:pt x="280" y="181"/>
                    </a:lnTo>
                    <a:lnTo>
                      <a:pt x="273" y="181"/>
                    </a:lnTo>
                    <a:lnTo>
                      <a:pt x="268" y="184"/>
                    </a:lnTo>
                    <a:lnTo>
                      <a:pt x="262" y="186"/>
                    </a:lnTo>
                    <a:lnTo>
                      <a:pt x="257" y="188"/>
                    </a:lnTo>
                    <a:lnTo>
                      <a:pt x="252" y="191"/>
                    </a:lnTo>
                    <a:lnTo>
                      <a:pt x="248" y="194"/>
                    </a:lnTo>
                    <a:lnTo>
                      <a:pt x="243" y="199"/>
                    </a:lnTo>
                    <a:lnTo>
                      <a:pt x="239" y="203"/>
                    </a:lnTo>
                    <a:lnTo>
                      <a:pt x="236" y="207"/>
                    </a:lnTo>
                    <a:lnTo>
                      <a:pt x="233" y="213"/>
                    </a:lnTo>
                    <a:lnTo>
                      <a:pt x="230" y="218"/>
                    </a:lnTo>
                    <a:lnTo>
                      <a:pt x="228" y="223"/>
                    </a:lnTo>
                    <a:lnTo>
                      <a:pt x="226" y="229"/>
                    </a:lnTo>
                    <a:lnTo>
                      <a:pt x="225" y="235"/>
                    </a:lnTo>
                    <a:lnTo>
                      <a:pt x="225" y="240"/>
                    </a:lnTo>
                    <a:lnTo>
                      <a:pt x="226" y="248"/>
                    </a:lnTo>
                    <a:lnTo>
                      <a:pt x="227" y="254"/>
                    </a:lnTo>
                    <a:lnTo>
                      <a:pt x="229" y="261"/>
                    </a:lnTo>
                    <a:lnTo>
                      <a:pt x="231" y="267"/>
                    </a:lnTo>
                    <a:lnTo>
                      <a:pt x="94" y="387"/>
                    </a:lnTo>
                    <a:lnTo>
                      <a:pt x="86" y="382"/>
                    </a:lnTo>
                    <a:lnTo>
                      <a:pt x="78" y="379"/>
                    </a:lnTo>
                    <a:lnTo>
                      <a:pt x="68" y="377"/>
                    </a:lnTo>
                    <a:lnTo>
                      <a:pt x="60" y="377"/>
                    </a:lnTo>
                    <a:lnTo>
                      <a:pt x="53" y="377"/>
                    </a:lnTo>
                    <a:lnTo>
                      <a:pt x="47" y="378"/>
                    </a:lnTo>
                    <a:lnTo>
                      <a:pt x="42" y="379"/>
                    </a:lnTo>
                    <a:lnTo>
                      <a:pt x="36" y="381"/>
                    </a:lnTo>
                    <a:lnTo>
                      <a:pt x="31" y="383"/>
                    </a:lnTo>
                    <a:lnTo>
                      <a:pt x="26" y="386"/>
                    </a:lnTo>
                    <a:lnTo>
                      <a:pt x="21" y="391"/>
                    </a:lnTo>
                    <a:lnTo>
                      <a:pt x="17" y="394"/>
                    </a:lnTo>
                    <a:lnTo>
                      <a:pt x="13" y="398"/>
                    </a:lnTo>
                    <a:lnTo>
                      <a:pt x="9" y="402"/>
                    </a:lnTo>
                    <a:lnTo>
                      <a:pt x="6" y="408"/>
                    </a:lnTo>
                    <a:lnTo>
                      <a:pt x="4" y="413"/>
                    </a:lnTo>
                    <a:lnTo>
                      <a:pt x="2" y="419"/>
                    </a:lnTo>
                    <a:lnTo>
                      <a:pt x="1" y="425"/>
                    </a:lnTo>
                    <a:lnTo>
                      <a:pt x="0" y="430"/>
                    </a:lnTo>
                    <a:lnTo>
                      <a:pt x="0" y="437"/>
                    </a:lnTo>
                    <a:lnTo>
                      <a:pt x="0" y="443"/>
                    </a:lnTo>
                    <a:lnTo>
                      <a:pt x="1" y="449"/>
                    </a:lnTo>
                    <a:lnTo>
                      <a:pt x="2" y="455"/>
                    </a:lnTo>
                    <a:lnTo>
                      <a:pt x="4" y="460"/>
                    </a:lnTo>
                    <a:lnTo>
                      <a:pt x="6" y="466"/>
                    </a:lnTo>
                    <a:lnTo>
                      <a:pt x="9" y="470"/>
                    </a:lnTo>
                    <a:lnTo>
                      <a:pt x="13" y="475"/>
                    </a:lnTo>
                    <a:lnTo>
                      <a:pt x="17" y="480"/>
                    </a:lnTo>
                    <a:lnTo>
                      <a:pt x="21" y="483"/>
                    </a:lnTo>
                    <a:lnTo>
                      <a:pt x="26" y="486"/>
                    </a:lnTo>
                    <a:lnTo>
                      <a:pt x="31" y="489"/>
                    </a:lnTo>
                    <a:lnTo>
                      <a:pt x="36" y="493"/>
                    </a:lnTo>
                    <a:lnTo>
                      <a:pt x="42" y="494"/>
                    </a:lnTo>
                    <a:lnTo>
                      <a:pt x="47" y="496"/>
                    </a:lnTo>
                    <a:lnTo>
                      <a:pt x="53" y="497"/>
                    </a:lnTo>
                    <a:lnTo>
                      <a:pt x="60" y="4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18" y="137708"/>
            <a:ext cx="10377068" cy="499105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Who is watching</a:t>
            </a:r>
          </a:p>
        </p:txBody>
      </p:sp>
      <p:sp>
        <p:nvSpPr>
          <p:cNvPr id="129" name="Footer Placeholder 128">
            <a:extLst>
              <a:ext uri="{FF2B5EF4-FFF2-40B4-BE49-F238E27FC236}">
                <a16:creationId xmlns:a16="http://schemas.microsoft.com/office/drawing/2014/main" id="{B1EC8198-CF19-4894-AB0A-1568DC1E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graphicFrame>
        <p:nvGraphicFramePr>
          <p:cNvPr id="62" name="Chart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8806022"/>
              </p:ext>
            </p:extLst>
          </p:nvPr>
        </p:nvGraphicFramePr>
        <p:xfrm>
          <a:off x="386214" y="2451655"/>
          <a:ext cx="4798108" cy="3434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4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10263187" y="4798619"/>
            <a:ext cx="1708180" cy="89255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rgbClr val="CE295E"/>
                </a:solidFill>
              </a:rPr>
              <a:t>11,1%</a:t>
            </a:r>
          </a:p>
          <a:p>
            <a:pPr algn="ctr"/>
            <a:r>
              <a:rPr lang="en-US" sz="1400" b="1" dirty="0">
                <a:solidFill>
                  <a:srgbClr val="CE295E"/>
                </a:solidFill>
              </a:rPr>
              <a:t>Female</a:t>
            </a:r>
          </a:p>
        </p:txBody>
      </p:sp>
      <p:sp>
        <p:nvSpPr>
          <p:cNvPr id="65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10263187" y="3087528"/>
            <a:ext cx="1708180" cy="89255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rgbClr val="CE295E"/>
                </a:solidFill>
              </a:rPr>
              <a:t>36,6%</a:t>
            </a:r>
          </a:p>
          <a:p>
            <a:pPr algn="ctr"/>
            <a:r>
              <a:rPr lang="en-US" sz="1400" b="1" dirty="0">
                <a:solidFill>
                  <a:srgbClr val="CE295E"/>
                </a:solidFill>
              </a:rPr>
              <a:t>Gauteng</a:t>
            </a:r>
          </a:p>
        </p:txBody>
      </p:sp>
      <p:graphicFrame>
        <p:nvGraphicFramePr>
          <p:cNvPr id="66" name="Chart 6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881223"/>
              </p:ext>
            </p:extLst>
          </p:nvPr>
        </p:nvGraphicFramePr>
        <p:xfrm>
          <a:off x="5404207" y="2451655"/>
          <a:ext cx="4171308" cy="3434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7" name="Group 66"/>
          <p:cNvGrpSpPr/>
          <p:nvPr/>
        </p:nvGrpSpPr>
        <p:grpSpPr>
          <a:xfrm>
            <a:off x="744182" y="1832194"/>
            <a:ext cx="3460426" cy="354039"/>
            <a:chOff x="1584886" y="1392078"/>
            <a:chExt cx="3952875" cy="492443"/>
          </a:xfrm>
        </p:grpSpPr>
        <p:sp>
          <p:nvSpPr>
            <p:cNvPr id="68" name="Rectangle: Rounded Corners 74">
              <a:extLst>
                <a:ext uri="{FF2B5EF4-FFF2-40B4-BE49-F238E27FC236}">
                  <a16:creationId xmlns:a16="http://schemas.microsoft.com/office/drawing/2014/main" id="{527B1B3A-4567-4AE9-A7C9-FA9D5A1F3929}"/>
                </a:ext>
              </a:extLst>
            </p:cNvPr>
            <p:cNvSpPr/>
            <p:nvPr/>
          </p:nvSpPr>
          <p:spPr>
            <a:xfrm>
              <a:off x="1584886" y="1392078"/>
              <a:ext cx="3952875" cy="492443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Subscribers by Region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22831E1-31DF-4125-9BCB-8937CAE543E1}"/>
                </a:ext>
              </a:extLst>
            </p:cNvPr>
            <p:cNvSpPr/>
            <p:nvPr/>
          </p:nvSpPr>
          <p:spPr>
            <a:xfrm>
              <a:off x="1642267" y="1440715"/>
              <a:ext cx="385764" cy="3857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8F666DF-6069-4309-98CB-67441794E384}"/>
                </a:ext>
              </a:extLst>
            </p:cNvPr>
            <p:cNvGrpSpPr/>
            <p:nvPr/>
          </p:nvGrpSpPr>
          <p:grpSpPr>
            <a:xfrm>
              <a:off x="1737022" y="1535470"/>
              <a:ext cx="196255" cy="196255"/>
              <a:chOff x="4319588" y="2492375"/>
              <a:chExt cx="287338" cy="287338"/>
            </a:xfrm>
            <a:solidFill>
              <a:srgbClr val="CE295E"/>
            </a:solidFill>
          </p:grpSpPr>
          <p:sp>
            <p:nvSpPr>
              <p:cNvPr id="71" name="Freeform 372">
                <a:extLst>
                  <a:ext uri="{FF2B5EF4-FFF2-40B4-BE49-F238E27FC236}">
                    <a16:creationId xmlns:a16="http://schemas.microsoft.com/office/drawing/2014/main" id="{CC6C2715-550E-40A0-AB0F-10386CBA9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588" y="2587625"/>
                <a:ext cx="287338" cy="192088"/>
              </a:xfrm>
              <a:custGeom>
                <a:avLst/>
                <a:gdLst>
                  <a:gd name="T0" fmla="*/ 843 w 904"/>
                  <a:gd name="T1" fmla="*/ 572 h 602"/>
                  <a:gd name="T2" fmla="*/ 843 w 904"/>
                  <a:gd name="T3" fmla="*/ 12 h 602"/>
                  <a:gd name="T4" fmla="*/ 841 w 904"/>
                  <a:gd name="T5" fmla="*/ 7 h 602"/>
                  <a:gd name="T6" fmla="*/ 836 w 904"/>
                  <a:gd name="T7" fmla="*/ 3 h 602"/>
                  <a:gd name="T8" fmla="*/ 831 w 904"/>
                  <a:gd name="T9" fmla="*/ 1 h 602"/>
                  <a:gd name="T10" fmla="*/ 708 w 904"/>
                  <a:gd name="T11" fmla="*/ 0 h 602"/>
                  <a:gd name="T12" fmla="*/ 702 w 904"/>
                  <a:gd name="T13" fmla="*/ 2 h 602"/>
                  <a:gd name="T14" fmla="*/ 697 w 904"/>
                  <a:gd name="T15" fmla="*/ 5 h 602"/>
                  <a:gd name="T16" fmla="*/ 694 w 904"/>
                  <a:gd name="T17" fmla="*/ 9 h 602"/>
                  <a:gd name="T18" fmla="*/ 693 w 904"/>
                  <a:gd name="T19" fmla="*/ 16 h 602"/>
                  <a:gd name="T20" fmla="*/ 632 w 904"/>
                  <a:gd name="T21" fmla="*/ 572 h 602"/>
                  <a:gd name="T22" fmla="*/ 632 w 904"/>
                  <a:gd name="T23" fmla="*/ 283 h 602"/>
                  <a:gd name="T24" fmla="*/ 630 w 904"/>
                  <a:gd name="T25" fmla="*/ 277 h 602"/>
                  <a:gd name="T26" fmla="*/ 626 w 904"/>
                  <a:gd name="T27" fmla="*/ 274 h 602"/>
                  <a:gd name="T28" fmla="*/ 621 w 904"/>
                  <a:gd name="T29" fmla="*/ 271 h 602"/>
                  <a:gd name="T30" fmla="*/ 497 w 904"/>
                  <a:gd name="T31" fmla="*/ 271 h 602"/>
                  <a:gd name="T32" fmla="*/ 491 w 904"/>
                  <a:gd name="T33" fmla="*/ 272 h 602"/>
                  <a:gd name="T34" fmla="*/ 487 w 904"/>
                  <a:gd name="T35" fmla="*/ 275 h 602"/>
                  <a:gd name="T36" fmla="*/ 483 w 904"/>
                  <a:gd name="T37" fmla="*/ 281 h 602"/>
                  <a:gd name="T38" fmla="*/ 482 w 904"/>
                  <a:gd name="T39" fmla="*/ 286 h 602"/>
                  <a:gd name="T40" fmla="*/ 421 w 904"/>
                  <a:gd name="T41" fmla="*/ 572 h 602"/>
                  <a:gd name="T42" fmla="*/ 421 w 904"/>
                  <a:gd name="T43" fmla="*/ 193 h 602"/>
                  <a:gd name="T44" fmla="*/ 419 w 904"/>
                  <a:gd name="T45" fmla="*/ 187 h 602"/>
                  <a:gd name="T46" fmla="*/ 415 w 904"/>
                  <a:gd name="T47" fmla="*/ 183 h 602"/>
                  <a:gd name="T48" fmla="*/ 409 w 904"/>
                  <a:gd name="T49" fmla="*/ 181 h 602"/>
                  <a:gd name="T50" fmla="*/ 286 w 904"/>
                  <a:gd name="T51" fmla="*/ 181 h 602"/>
                  <a:gd name="T52" fmla="*/ 281 w 904"/>
                  <a:gd name="T53" fmla="*/ 182 h 602"/>
                  <a:gd name="T54" fmla="*/ 275 w 904"/>
                  <a:gd name="T55" fmla="*/ 185 h 602"/>
                  <a:gd name="T56" fmla="*/ 272 w 904"/>
                  <a:gd name="T57" fmla="*/ 190 h 602"/>
                  <a:gd name="T58" fmla="*/ 271 w 904"/>
                  <a:gd name="T59" fmla="*/ 196 h 602"/>
                  <a:gd name="T60" fmla="*/ 211 w 904"/>
                  <a:gd name="T61" fmla="*/ 572 h 602"/>
                  <a:gd name="T62" fmla="*/ 211 w 904"/>
                  <a:gd name="T63" fmla="*/ 404 h 602"/>
                  <a:gd name="T64" fmla="*/ 209 w 904"/>
                  <a:gd name="T65" fmla="*/ 399 h 602"/>
                  <a:gd name="T66" fmla="*/ 205 w 904"/>
                  <a:gd name="T67" fmla="*/ 394 h 602"/>
                  <a:gd name="T68" fmla="*/ 199 w 904"/>
                  <a:gd name="T69" fmla="*/ 392 h 602"/>
                  <a:gd name="T70" fmla="*/ 76 w 904"/>
                  <a:gd name="T71" fmla="*/ 391 h 602"/>
                  <a:gd name="T72" fmla="*/ 69 w 904"/>
                  <a:gd name="T73" fmla="*/ 392 h 602"/>
                  <a:gd name="T74" fmla="*/ 65 w 904"/>
                  <a:gd name="T75" fmla="*/ 396 h 602"/>
                  <a:gd name="T76" fmla="*/ 62 w 904"/>
                  <a:gd name="T77" fmla="*/ 401 h 602"/>
                  <a:gd name="T78" fmla="*/ 61 w 904"/>
                  <a:gd name="T79" fmla="*/ 406 h 602"/>
                  <a:gd name="T80" fmla="*/ 15 w 904"/>
                  <a:gd name="T81" fmla="*/ 572 h 602"/>
                  <a:gd name="T82" fmla="*/ 9 w 904"/>
                  <a:gd name="T83" fmla="*/ 573 h 602"/>
                  <a:gd name="T84" fmla="*/ 5 w 904"/>
                  <a:gd name="T85" fmla="*/ 577 h 602"/>
                  <a:gd name="T86" fmla="*/ 2 w 904"/>
                  <a:gd name="T87" fmla="*/ 581 h 602"/>
                  <a:gd name="T88" fmla="*/ 0 w 904"/>
                  <a:gd name="T89" fmla="*/ 587 h 602"/>
                  <a:gd name="T90" fmla="*/ 2 w 904"/>
                  <a:gd name="T91" fmla="*/ 593 h 602"/>
                  <a:gd name="T92" fmla="*/ 5 w 904"/>
                  <a:gd name="T93" fmla="*/ 598 h 602"/>
                  <a:gd name="T94" fmla="*/ 9 w 904"/>
                  <a:gd name="T95" fmla="*/ 601 h 602"/>
                  <a:gd name="T96" fmla="*/ 15 w 904"/>
                  <a:gd name="T97" fmla="*/ 602 h 602"/>
                  <a:gd name="T98" fmla="*/ 196 w 904"/>
                  <a:gd name="T99" fmla="*/ 602 h 602"/>
                  <a:gd name="T100" fmla="*/ 406 w 904"/>
                  <a:gd name="T101" fmla="*/ 602 h 602"/>
                  <a:gd name="T102" fmla="*/ 617 w 904"/>
                  <a:gd name="T103" fmla="*/ 602 h 602"/>
                  <a:gd name="T104" fmla="*/ 828 w 904"/>
                  <a:gd name="T105" fmla="*/ 602 h 602"/>
                  <a:gd name="T106" fmla="*/ 891 w 904"/>
                  <a:gd name="T107" fmla="*/ 602 h 602"/>
                  <a:gd name="T108" fmla="*/ 896 w 904"/>
                  <a:gd name="T109" fmla="*/ 600 h 602"/>
                  <a:gd name="T110" fmla="*/ 901 w 904"/>
                  <a:gd name="T111" fmla="*/ 596 h 602"/>
                  <a:gd name="T112" fmla="*/ 903 w 904"/>
                  <a:gd name="T113" fmla="*/ 591 h 602"/>
                  <a:gd name="T114" fmla="*/ 903 w 904"/>
                  <a:gd name="T115" fmla="*/ 584 h 602"/>
                  <a:gd name="T116" fmla="*/ 901 w 904"/>
                  <a:gd name="T117" fmla="*/ 579 h 602"/>
                  <a:gd name="T118" fmla="*/ 896 w 904"/>
                  <a:gd name="T119" fmla="*/ 575 h 602"/>
                  <a:gd name="T120" fmla="*/ 891 w 904"/>
                  <a:gd name="T121" fmla="*/ 572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04" h="602">
                    <a:moveTo>
                      <a:pt x="889" y="572"/>
                    </a:moveTo>
                    <a:lnTo>
                      <a:pt x="843" y="572"/>
                    </a:lnTo>
                    <a:lnTo>
                      <a:pt x="843" y="16"/>
                    </a:lnTo>
                    <a:lnTo>
                      <a:pt x="843" y="12"/>
                    </a:lnTo>
                    <a:lnTo>
                      <a:pt x="842" y="9"/>
                    </a:lnTo>
                    <a:lnTo>
                      <a:pt x="841" y="7"/>
                    </a:lnTo>
                    <a:lnTo>
                      <a:pt x="838" y="5"/>
                    </a:lnTo>
                    <a:lnTo>
                      <a:pt x="836" y="3"/>
                    </a:lnTo>
                    <a:lnTo>
                      <a:pt x="834" y="2"/>
                    </a:lnTo>
                    <a:lnTo>
                      <a:pt x="831" y="1"/>
                    </a:lnTo>
                    <a:lnTo>
                      <a:pt x="828" y="1"/>
                    </a:lnTo>
                    <a:lnTo>
                      <a:pt x="708" y="0"/>
                    </a:lnTo>
                    <a:lnTo>
                      <a:pt x="704" y="1"/>
                    </a:lnTo>
                    <a:lnTo>
                      <a:pt x="702" y="2"/>
                    </a:lnTo>
                    <a:lnTo>
                      <a:pt x="699" y="3"/>
                    </a:lnTo>
                    <a:lnTo>
                      <a:pt x="697" y="5"/>
                    </a:lnTo>
                    <a:lnTo>
                      <a:pt x="695" y="7"/>
                    </a:lnTo>
                    <a:lnTo>
                      <a:pt x="694" y="9"/>
                    </a:lnTo>
                    <a:lnTo>
                      <a:pt x="693" y="12"/>
                    </a:lnTo>
                    <a:lnTo>
                      <a:pt x="693" y="16"/>
                    </a:lnTo>
                    <a:lnTo>
                      <a:pt x="693" y="572"/>
                    </a:lnTo>
                    <a:lnTo>
                      <a:pt x="632" y="572"/>
                    </a:lnTo>
                    <a:lnTo>
                      <a:pt x="632" y="286"/>
                    </a:lnTo>
                    <a:lnTo>
                      <a:pt x="632" y="283"/>
                    </a:lnTo>
                    <a:lnTo>
                      <a:pt x="631" y="281"/>
                    </a:lnTo>
                    <a:lnTo>
                      <a:pt x="630" y="277"/>
                    </a:lnTo>
                    <a:lnTo>
                      <a:pt x="628" y="275"/>
                    </a:lnTo>
                    <a:lnTo>
                      <a:pt x="626" y="274"/>
                    </a:lnTo>
                    <a:lnTo>
                      <a:pt x="623" y="272"/>
                    </a:lnTo>
                    <a:lnTo>
                      <a:pt x="621" y="271"/>
                    </a:lnTo>
                    <a:lnTo>
                      <a:pt x="617" y="271"/>
                    </a:lnTo>
                    <a:lnTo>
                      <a:pt x="497" y="271"/>
                    </a:lnTo>
                    <a:lnTo>
                      <a:pt x="494" y="271"/>
                    </a:lnTo>
                    <a:lnTo>
                      <a:pt x="491" y="272"/>
                    </a:lnTo>
                    <a:lnTo>
                      <a:pt x="489" y="274"/>
                    </a:lnTo>
                    <a:lnTo>
                      <a:pt x="487" y="275"/>
                    </a:lnTo>
                    <a:lnTo>
                      <a:pt x="484" y="277"/>
                    </a:lnTo>
                    <a:lnTo>
                      <a:pt x="483" y="281"/>
                    </a:lnTo>
                    <a:lnTo>
                      <a:pt x="482" y="283"/>
                    </a:lnTo>
                    <a:lnTo>
                      <a:pt x="482" y="286"/>
                    </a:lnTo>
                    <a:lnTo>
                      <a:pt x="482" y="572"/>
                    </a:lnTo>
                    <a:lnTo>
                      <a:pt x="421" y="572"/>
                    </a:lnTo>
                    <a:lnTo>
                      <a:pt x="421" y="196"/>
                    </a:lnTo>
                    <a:lnTo>
                      <a:pt x="421" y="193"/>
                    </a:lnTo>
                    <a:lnTo>
                      <a:pt x="420" y="190"/>
                    </a:lnTo>
                    <a:lnTo>
                      <a:pt x="419" y="187"/>
                    </a:lnTo>
                    <a:lnTo>
                      <a:pt x="417" y="185"/>
                    </a:lnTo>
                    <a:lnTo>
                      <a:pt x="415" y="183"/>
                    </a:lnTo>
                    <a:lnTo>
                      <a:pt x="413" y="182"/>
                    </a:lnTo>
                    <a:lnTo>
                      <a:pt x="409" y="181"/>
                    </a:lnTo>
                    <a:lnTo>
                      <a:pt x="406" y="181"/>
                    </a:lnTo>
                    <a:lnTo>
                      <a:pt x="286" y="181"/>
                    </a:lnTo>
                    <a:lnTo>
                      <a:pt x="283" y="181"/>
                    </a:lnTo>
                    <a:lnTo>
                      <a:pt x="281" y="182"/>
                    </a:lnTo>
                    <a:lnTo>
                      <a:pt x="277" y="183"/>
                    </a:lnTo>
                    <a:lnTo>
                      <a:pt x="275" y="185"/>
                    </a:lnTo>
                    <a:lnTo>
                      <a:pt x="273" y="187"/>
                    </a:lnTo>
                    <a:lnTo>
                      <a:pt x="272" y="190"/>
                    </a:lnTo>
                    <a:lnTo>
                      <a:pt x="271" y="193"/>
                    </a:lnTo>
                    <a:lnTo>
                      <a:pt x="271" y="196"/>
                    </a:lnTo>
                    <a:lnTo>
                      <a:pt x="271" y="572"/>
                    </a:lnTo>
                    <a:lnTo>
                      <a:pt x="211" y="572"/>
                    </a:lnTo>
                    <a:lnTo>
                      <a:pt x="211" y="406"/>
                    </a:lnTo>
                    <a:lnTo>
                      <a:pt x="211" y="404"/>
                    </a:lnTo>
                    <a:lnTo>
                      <a:pt x="210" y="401"/>
                    </a:lnTo>
                    <a:lnTo>
                      <a:pt x="209" y="399"/>
                    </a:lnTo>
                    <a:lnTo>
                      <a:pt x="207" y="396"/>
                    </a:lnTo>
                    <a:lnTo>
                      <a:pt x="205" y="394"/>
                    </a:lnTo>
                    <a:lnTo>
                      <a:pt x="201" y="393"/>
                    </a:lnTo>
                    <a:lnTo>
                      <a:pt x="199" y="392"/>
                    </a:lnTo>
                    <a:lnTo>
                      <a:pt x="196" y="391"/>
                    </a:lnTo>
                    <a:lnTo>
                      <a:pt x="76" y="391"/>
                    </a:lnTo>
                    <a:lnTo>
                      <a:pt x="73" y="392"/>
                    </a:lnTo>
                    <a:lnTo>
                      <a:pt x="69" y="392"/>
                    </a:lnTo>
                    <a:lnTo>
                      <a:pt x="67" y="394"/>
                    </a:lnTo>
                    <a:lnTo>
                      <a:pt x="65" y="396"/>
                    </a:lnTo>
                    <a:lnTo>
                      <a:pt x="63" y="399"/>
                    </a:lnTo>
                    <a:lnTo>
                      <a:pt x="62" y="401"/>
                    </a:lnTo>
                    <a:lnTo>
                      <a:pt x="61" y="404"/>
                    </a:lnTo>
                    <a:lnTo>
                      <a:pt x="61" y="406"/>
                    </a:lnTo>
                    <a:lnTo>
                      <a:pt x="61" y="572"/>
                    </a:lnTo>
                    <a:lnTo>
                      <a:pt x="15" y="572"/>
                    </a:lnTo>
                    <a:lnTo>
                      <a:pt x="13" y="572"/>
                    </a:lnTo>
                    <a:lnTo>
                      <a:pt x="9" y="573"/>
                    </a:lnTo>
                    <a:lnTo>
                      <a:pt x="7" y="575"/>
                    </a:lnTo>
                    <a:lnTo>
                      <a:pt x="5" y="577"/>
                    </a:lnTo>
                    <a:lnTo>
                      <a:pt x="3" y="579"/>
                    </a:lnTo>
                    <a:lnTo>
                      <a:pt x="2" y="581"/>
                    </a:lnTo>
                    <a:lnTo>
                      <a:pt x="1" y="584"/>
                    </a:lnTo>
                    <a:lnTo>
                      <a:pt x="0" y="587"/>
                    </a:lnTo>
                    <a:lnTo>
                      <a:pt x="1" y="591"/>
                    </a:lnTo>
                    <a:lnTo>
                      <a:pt x="2" y="593"/>
                    </a:lnTo>
                    <a:lnTo>
                      <a:pt x="3" y="596"/>
                    </a:lnTo>
                    <a:lnTo>
                      <a:pt x="5" y="598"/>
                    </a:lnTo>
                    <a:lnTo>
                      <a:pt x="7" y="600"/>
                    </a:lnTo>
                    <a:lnTo>
                      <a:pt x="9" y="601"/>
                    </a:lnTo>
                    <a:lnTo>
                      <a:pt x="13" y="602"/>
                    </a:lnTo>
                    <a:lnTo>
                      <a:pt x="15" y="602"/>
                    </a:lnTo>
                    <a:lnTo>
                      <a:pt x="76" y="602"/>
                    </a:lnTo>
                    <a:lnTo>
                      <a:pt x="196" y="602"/>
                    </a:lnTo>
                    <a:lnTo>
                      <a:pt x="286" y="602"/>
                    </a:lnTo>
                    <a:lnTo>
                      <a:pt x="406" y="602"/>
                    </a:lnTo>
                    <a:lnTo>
                      <a:pt x="497" y="602"/>
                    </a:lnTo>
                    <a:lnTo>
                      <a:pt x="617" y="602"/>
                    </a:lnTo>
                    <a:lnTo>
                      <a:pt x="708" y="602"/>
                    </a:lnTo>
                    <a:lnTo>
                      <a:pt x="828" y="602"/>
                    </a:lnTo>
                    <a:lnTo>
                      <a:pt x="889" y="602"/>
                    </a:lnTo>
                    <a:lnTo>
                      <a:pt x="891" y="602"/>
                    </a:lnTo>
                    <a:lnTo>
                      <a:pt x="894" y="601"/>
                    </a:lnTo>
                    <a:lnTo>
                      <a:pt x="896" y="600"/>
                    </a:lnTo>
                    <a:lnTo>
                      <a:pt x="898" y="598"/>
                    </a:lnTo>
                    <a:lnTo>
                      <a:pt x="901" y="596"/>
                    </a:lnTo>
                    <a:lnTo>
                      <a:pt x="902" y="593"/>
                    </a:lnTo>
                    <a:lnTo>
                      <a:pt x="903" y="591"/>
                    </a:lnTo>
                    <a:lnTo>
                      <a:pt x="904" y="587"/>
                    </a:lnTo>
                    <a:lnTo>
                      <a:pt x="903" y="584"/>
                    </a:lnTo>
                    <a:lnTo>
                      <a:pt x="902" y="581"/>
                    </a:lnTo>
                    <a:lnTo>
                      <a:pt x="901" y="579"/>
                    </a:lnTo>
                    <a:lnTo>
                      <a:pt x="898" y="577"/>
                    </a:lnTo>
                    <a:lnTo>
                      <a:pt x="896" y="575"/>
                    </a:lnTo>
                    <a:lnTo>
                      <a:pt x="894" y="573"/>
                    </a:lnTo>
                    <a:lnTo>
                      <a:pt x="891" y="572"/>
                    </a:lnTo>
                    <a:lnTo>
                      <a:pt x="889" y="5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373">
                <a:extLst>
                  <a:ext uri="{FF2B5EF4-FFF2-40B4-BE49-F238E27FC236}">
                    <a16:creationId xmlns:a16="http://schemas.microsoft.com/office/drawing/2014/main" id="{F7218EF6-60ED-4D4C-9831-CF6B6BB7D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638" y="2492375"/>
                <a:ext cx="252413" cy="157163"/>
              </a:xfrm>
              <a:custGeom>
                <a:avLst/>
                <a:gdLst>
                  <a:gd name="T0" fmla="*/ 77 w 797"/>
                  <a:gd name="T1" fmla="*/ 494 h 497"/>
                  <a:gd name="T2" fmla="*/ 97 w 797"/>
                  <a:gd name="T3" fmla="*/ 483 h 497"/>
                  <a:gd name="T4" fmla="*/ 112 w 797"/>
                  <a:gd name="T5" fmla="*/ 466 h 497"/>
                  <a:gd name="T6" fmla="*/ 120 w 797"/>
                  <a:gd name="T7" fmla="*/ 443 h 497"/>
                  <a:gd name="T8" fmla="*/ 116 w 797"/>
                  <a:gd name="T9" fmla="*/ 416 h 497"/>
                  <a:gd name="T10" fmla="*/ 267 w 797"/>
                  <a:gd name="T11" fmla="*/ 298 h 497"/>
                  <a:gd name="T12" fmla="*/ 300 w 797"/>
                  <a:gd name="T13" fmla="*/ 299 h 497"/>
                  <a:gd name="T14" fmla="*/ 325 w 797"/>
                  <a:gd name="T15" fmla="*/ 287 h 497"/>
                  <a:gd name="T16" fmla="*/ 451 w 797"/>
                  <a:gd name="T17" fmla="*/ 327 h 497"/>
                  <a:gd name="T18" fmla="*/ 454 w 797"/>
                  <a:gd name="T19" fmla="*/ 349 h 497"/>
                  <a:gd name="T20" fmla="*/ 464 w 797"/>
                  <a:gd name="T21" fmla="*/ 369 h 497"/>
                  <a:gd name="T22" fmla="*/ 482 w 797"/>
                  <a:gd name="T23" fmla="*/ 384 h 497"/>
                  <a:gd name="T24" fmla="*/ 505 w 797"/>
                  <a:gd name="T25" fmla="*/ 391 h 497"/>
                  <a:gd name="T26" fmla="*/ 529 w 797"/>
                  <a:gd name="T27" fmla="*/ 389 h 497"/>
                  <a:gd name="T28" fmla="*/ 550 w 797"/>
                  <a:gd name="T29" fmla="*/ 378 h 497"/>
                  <a:gd name="T30" fmla="*/ 564 w 797"/>
                  <a:gd name="T31" fmla="*/ 360 h 497"/>
                  <a:gd name="T32" fmla="*/ 571 w 797"/>
                  <a:gd name="T33" fmla="*/ 337 h 497"/>
                  <a:gd name="T34" fmla="*/ 565 w 797"/>
                  <a:gd name="T35" fmla="*/ 304 h 497"/>
                  <a:gd name="T36" fmla="*/ 724 w 797"/>
                  <a:gd name="T37" fmla="*/ 119 h 497"/>
                  <a:gd name="T38" fmla="*/ 750 w 797"/>
                  <a:gd name="T39" fmla="*/ 119 h 497"/>
                  <a:gd name="T40" fmla="*/ 771 w 797"/>
                  <a:gd name="T41" fmla="*/ 110 h 497"/>
                  <a:gd name="T42" fmla="*/ 787 w 797"/>
                  <a:gd name="T43" fmla="*/ 94 h 497"/>
                  <a:gd name="T44" fmla="*/ 796 w 797"/>
                  <a:gd name="T45" fmla="*/ 72 h 497"/>
                  <a:gd name="T46" fmla="*/ 796 w 797"/>
                  <a:gd name="T47" fmla="*/ 48 h 497"/>
                  <a:gd name="T48" fmla="*/ 787 w 797"/>
                  <a:gd name="T49" fmla="*/ 27 h 497"/>
                  <a:gd name="T50" fmla="*/ 771 w 797"/>
                  <a:gd name="T51" fmla="*/ 10 h 497"/>
                  <a:gd name="T52" fmla="*/ 750 w 797"/>
                  <a:gd name="T53" fmla="*/ 1 h 497"/>
                  <a:gd name="T54" fmla="*/ 725 w 797"/>
                  <a:gd name="T55" fmla="*/ 1 h 497"/>
                  <a:gd name="T56" fmla="*/ 703 w 797"/>
                  <a:gd name="T57" fmla="*/ 10 h 497"/>
                  <a:gd name="T58" fmla="*/ 687 w 797"/>
                  <a:gd name="T59" fmla="*/ 27 h 497"/>
                  <a:gd name="T60" fmla="*/ 678 w 797"/>
                  <a:gd name="T61" fmla="*/ 48 h 497"/>
                  <a:gd name="T62" fmla="*/ 680 w 797"/>
                  <a:gd name="T63" fmla="*/ 79 h 497"/>
                  <a:gd name="T64" fmla="*/ 531 w 797"/>
                  <a:gd name="T65" fmla="*/ 275 h 497"/>
                  <a:gd name="T66" fmla="*/ 504 w 797"/>
                  <a:gd name="T67" fmla="*/ 272 h 497"/>
                  <a:gd name="T68" fmla="*/ 478 w 797"/>
                  <a:gd name="T69" fmla="*/ 281 h 497"/>
                  <a:gd name="T70" fmla="*/ 345 w 797"/>
                  <a:gd name="T71" fmla="*/ 248 h 497"/>
                  <a:gd name="T72" fmla="*/ 344 w 797"/>
                  <a:gd name="T73" fmla="*/ 229 h 497"/>
                  <a:gd name="T74" fmla="*/ 336 w 797"/>
                  <a:gd name="T75" fmla="*/ 207 h 497"/>
                  <a:gd name="T76" fmla="*/ 319 w 797"/>
                  <a:gd name="T77" fmla="*/ 191 h 497"/>
                  <a:gd name="T78" fmla="*/ 298 w 797"/>
                  <a:gd name="T79" fmla="*/ 181 h 497"/>
                  <a:gd name="T80" fmla="*/ 273 w 797"/>
                  <a:gd name="T81" fmla="*/ 181 h 497"/>
                  <a:gd name="T82" fmla="*/ 252 w 797"/>
                  <a:gd name="T83" fmla="*/ 191 h 497"/>
                  <a:gd name="T84" fmla="*/ 236 w 797"/>
                  <a:gd name="T85" fmla="*/ 207 h 497"/>
                  <a:gd name="T86" fmla="*/ 226 w 797"/>
                  <a:gd name="T87" fmla="*/ 229 h 497"/>
                  <a:gd name="T88" fmla="*/ 227 w 797"/>
                  <a:gd name="T89" fmla="*/ 254 h 497"/>
                  <a:gd name="T90" fmla="*/ 86 w 797"/>
                  <a:gd name="T91" fmla="*/ 382 h 497"/>
                  <a:gd name="T92" fmla="*/ 53 w 797"/>
                  <a:gd name="T93" fmla="*/ 377 h 497"/>
                  <a:gd name="T94" fmla="*/ 31 w 797"/>
                  <a:gd name="T95" fmla="*/ 383 h 497"/>
                  <a:gd name="T96" fmla="*/ 13 w 797"/>
                  <a:gd name="T97" fmla="*/ 398 h 497"/>
                  <a:gd name="T98" fmla="*/ 2 w 797"/>
                  <a:gd name="T99" fmla="*/ 419 h 497"/>
                  <a:gd name="T100" fmla="*/ 0 w 797"/>
                  <a:gd name="T101" fmla="*/ 443 h 497"/>
                  <a:gd name="T102" fmla="*/ 6 w 797"/>
                  <a:gd name="T103" fmla="*/ 466 h 497"/>
                  <a:gd name="T104" fmla="*/ 21 w 797"/>
                  <a:gd name="T105" fmla="*/ 483 h 497"/>
                  <a:gd name="T106" fmla="*/ 42 w 797"/>
                  <a:gd name="T107" fmla="*/ 494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97" h="497">
                    <a:moveTo>
                      <a:pt x="60" y="497"/>
                    </a:moveTo>
                    <a:lnTo>
                      <a:pt x="65" y="497"/>
                    </a:lnTo>
                    <a:lnTo>
                      <a:pt x="72" y="496"/>
                    </a:lnTo>
                    <a:lnTo>
                      <a:pt x="77" y="494"/>
                    </a:lnTo>
                    <a:lnTo>
                      <a:pt x="83" y="493"/>
                    </a:lnTo>
                    <a:lnTo>
                      <a:pt x="89" y="489"/>
                    </a:lnTo>
                    <a:lnTo>
                      <a:pt x="93" y="486"/>
                    </a:lnTo>
                    <a:lnTo>
                      <a:pt x="97" y="483"/>
                    </a:lnTo>
                    <a:lnTo>
                      <a:pt x="102" y="480"/>
                    </a:lnTo>
                    <a:lnTo>
                      <a:pt x="106" y="475"/>
                    </a:lnTo>
                    <a:lnTo>
                      <a:pt x="109" y="470"/>
                    </a:lnTo>
                    <a:lnTo>
                      <a:pt x="112" y="466"/>
                    </a:lnTo>
                    <a:lnTo>
                      <a:pt x="115" y="460"/>
                    </a:lnTo>
                    <a:lnTo>
                      <a:pt x="117" y="455"/>
                    </a:lnTo>
                    <a:lnTo>
                      <a:pt x="119" y="449"/>
                    </a:lnTo>
                    <a:lnTo>
                      <a:pt x="120" y="443"/>
                    </a:lnTo>
                    <a:lnTo>
                      <a:pt x="120" y="437"/>
                    </a:lnTo>
                    <a:lnTo>
                      <a:pt x="119" y="429"/>
                    </a:lnTo>
                    <a:lnTo>
                      <a:pt x="118" y="423"/>
                    </a:lnTo>
                    <a:lnTo>
                      <a:pt x="116" y="416"/>
                    </a:lnTo>
                    <a:lnTo>
                      <a:pt x="114" y="410"/>
                    </a:lnTo>
                    <a:lnTo>
                      <a:pt x="251" y="290"/>
                    </a:lnTo>
                    <a:lnTo>
                      <a:pt x="259" y="295"/>
                    </a:lnTo>
                    <a:lnTo>
                      <a:pt x="267" y="298"/>
                    </a:lnTo>
                    <a:lnTo>
                      <a:pt x="277" y="301"/>
                    </a:lnTo>
                    <a:lnTo>
                      <a:pt x="285" y="302"/>
                    </a:lnTo>
                    <a:lnTo>
                      <a:pt x="293" y="301"/>
                    </a:lnTo>
                    <a:lnTo>
                      <a:pt x="300" y="299"/>
                    </a:lnTo>
                    <a:lnTo>
                      <a:pt x="307" y="297"/>
                    </a:lnTo>
                    <a:lnTo>
                      <a:pt x="313" y="294"/>
                    </a:lnTo>
                    <a:lnTo>
                      <a:pt x="318" y="291"/>
                    </a:lnTo>
                    <a:lnTo>
                      <a:pt x="325" y="287"/>
                    </a:lnTo>
                    <a:lnTo>
                      <a:pt x="329" y="282"/>
                    </a:lnTo>
                    <a:lnTo>
                      <a:pt x="333" y="277"/>
                    </a:lnTo>
                    <a:lnTo>
                      <a:pt x="451" y="324"/>
                    </a:lnTo>
                    <a:lnTo>
                      <a:pt x="451" y="327"/>
                    </a:lnTo>
                    <a:lnTo>
                      <a:pt x="451" y="332"/>
                    </a:lnTo>
                    <a:lnTo>
                      <a:pt x="451" y="337"/>
                    </a:lnTo>
                    <a:lnTo>
                      <a:pt x="452" y="343"/>
                    </a:lnTo>
                    <a:lnTo>
                      <a:pt x="454" y="349"/>
                    </a:lnTo>
                    <a:lnTo>
                      <a:pt x="456" y="354"/>
                    </a:lnTo>
                    <a:lnTo>
                      <a:pt x="458" y="360"/>
                    </a:lnTo>
                    <a:lnTo>
                      <a:pt x="461" y="365"/>
                    </a:lnTo>
                    <a:lnTo>
                      <a:pt x="464" y="369"/>
                    </a:lnTo>
                    <a:lnTo>
                      <a:pt x="469" y="374"/>
                    </a:lnTo>
                    <a:lnTo>
                      <a:pt x="473" y="378"/>
                    </a:lnTo>
                    <a:lnTo>
                      <a:pt x="477" y="381"/>
                    </a:lnTo>
                    <a:lnTo>
                      <a:pt x="482" y="384"/>
                    </a:lnTo>
                    <a:lnTo>
                      <a:pt x="488" y="386"/>
                    </a:lnTo>
                    <a:lnTo>
                      <a:pt x="493" y="389"/>
                    </a:lnTo>
                    <a:lnTo>
                      <a:pt x="499" y="391"/>
                    </a:lnTo>
                    <a:lnTo>
                      <a:pt x="505" y="391"/>
                    </a:lnTo>
                    <a:lnTo>
                      <a:pt x="511" y="392"/>
                    </a:lnTo>
                    <a:lnTo>
                      <a:pt x="518" y="391"/>
                    </a:lnTo>
                    <a:lnTo>
                      <a:pt x="523" y="391"/>
                    </a:lnTo>
                    <a:lnTo>
                      <a:pt x="529" y="389"/>
                    </a:lnTo>
                    <a:lnTo>
                      <a:pt x="535" y="386"/>
                    </a:lnTo>
                    <a:lnTo>
                      <a:pt x="540" y="384"/>
                    </a:lnTo>
                    <a:lnTo>
                      <a:pt x="545" y="381"/>
                    </a:lnTo>
                    <a:lnTo>
                      <a:pt x="550" y="378"/>
                    </a:lnTo>
                    <a:lnTo>
                      <a:pt x="553" y="374"/>
                    </a:lnTo>
                    <a:lnTo>
                      <a:pt x="558" y="369"/>
                    </a:lnTo>
                    <a:lnTo>
                      <a:pt x="561" y="365"/>
                    </a:lnTo>
                    <a:lnTo>
                      <a:pt x="564" y="360"/>
                    </a:lnTo>
                    <a:lnTo>
                      <a:pt x="567" y="354"/>
                    </a:lnTo>
                    <a:lnTo>
                      <a:pt x="568" y="349"/>
                    </a:lnTo>
                    <a:lnTo>
                      <a:pt x="570" y="343"/>
                    </a:lnTo>
                    <a:lnTo>
                      <a:pt x="571" y="337"/>
                    </a:lnTo>
                    <a:lnTo>
                      <a:pt x="571" y="332"/>
                    </a:lnTo>
                    <a:lnTo>
                      <a:pt x="570" y="322"/>
                    </a:lnTo>
                    <a:lnTo>
                      <a:pt x="568" y="312"/>
                    </a:lnTo>
                    <a:lnTo>
                      <a:pt x="565" y="304"/>
                    </a:lnTo>
                    <a:lnTo>
                      <a:pt x="560" y="296"/>
                    </a:lnTo>
                    <a:lnTo>
                      <a:pt x="711" y="114"/>
                    </a:lnTo>
                    <a:lnTo>
                      <a:pt x="717" y="117"/>
                    </a:lnTo>
                    <a:lnTo>
                      <a:pt x="724" y="119"/>
                    </a:lnTo>
                    <a:lnTo>
                      <a:pt x="730" y="120"/>
                    </a:lnTo>
                    <a:lnTo>
                      <a:pt x="737" y="120"/>
                    </a:lnTo>
                    <a:lnTo>
                      <a:pt x="743" y="120"/>
                    </a:lnTo>
                    <a:lnTo>
                      <a:pt x="750" y="119"/>
                    </a:lnTo>
                    <a:lnTo>
                      <a:pt x="755" y="118"/>
                    </a:lnTo>
                    <a:lnTo>
                      <a:pt x="760" y="116"/>
                    </a:lnTo>
                    <a:lnTo>
                      <a:pt x="766" y="113"/>
                    </a:lnTo>
                    <a:lnTo>
                      <a:pt x="771" y="110"/>
                    </a:lnTo>
                    <a:lnTo>
                      <a:pt x="775" y="106"/>
                    </a:lnTo>
                    <a:lnTo>
                      <a:pt x="780" y="103"/>
                    </a:lnTo>
                    <a:lnTo>
                      <a:pt x="784" y="99"/>
                    </a:lnTo>
                    <a:lnTo>
                      <a:pt x="787" y="94"/>
                    </a:lnTo>
                    <a:lnTo>
                      <a:pt x="790" y="89"/>
                    </a:lnTo>
                    <a:lnTo>
                      <a:pt x="792" y="84"/>
                    </a:lnTo>
                    <a:lnTo>
                      <a:pt x="795" y="79"/>
                    </a:lnTo>
                    <a:lnTo>
                      <a:pt x="796" y="72"/>
                    </a:lnTo>
                    <a:lnTo>
                      <a:pt x="797" y="67"/>
                    </a:lnTo>
                    <a:lnTo>
                      <a:pt x="797" y="60"/>
                    </a:lnTo>
                    <a:lnTo>
                      <a:pt x="797" y="54"/>
                    </a:lnTo>
                    <a:lnTo>
                      <a:pt x="796" y="48"/>
                    </a:lnTo>
                    <a:lnTo>
                      <a:pt x="795" y="42"/>
                    </a:lnTo>
                    <a:lnTo>
                      <a:pt x="792" y="37"/>
                    </a:lnTo>
                    <a:lnTo>
                      <a:pt x="790" y="31"/>
                    </a:lnTo>
                    <a:lnTo>
                      <a:pt x="787" y="27"/>
                    </a:lnTo>
                    <a:lnTo>
                      <a:pt x="784" y="22"/>
                    </a:lnTo>
                    <a:lnTo>
                      <a:pt x="780" y="17"/>
                    </a:lnTo>
                    <a:lnTo>
                      <a:pt x="775" y="14"/>
                    </a:lnTo>
                    <a:lnTo>
                      <a:pt x="771" y="10"/>
                    </a:lnTo>
                    <a:lnTo>
                      <a:pt x="766" y="8"/>
                    </a:lnTo>
                    <a:lnTo>
                      <a:pt x="760" y="5"/>
                    </a:lnTo>
                    <a:lnTo>
                      <a:pt x="755" y="2"/>
                    </a:lnTo>
                    <a:lnTo>
                      <a:pt x="750" y="1"/>
                    </a:lnTo>
                    <a:lnTo>
                      <a:pt x="743" y="0"/>
                    </a:lnTo>
                    <a:lnTo>
                      <a:pt x="737" y="0"/>
                    </a:lnTo>
                    <a:lnTo>
                      <a:pt x="731" y="0"/>
                    </a:lnTo>
                    <a:lnTo>
                      <a:pt x="725" y="1"/>
                    </a:lnTo>
                    <a:lnTo>
                      <a:pt x="719" y="2"/>
                    </a:lnTo>
                    <a:lnTo>
                      <a:pt x="713" y="5"/>
                    </a:lnTo>
                    <a:lnTo>
                      <a:pt x="709" y="8"/>
                    </a:lnTo>
                    <a:lnTo>
                      <a:pt x="703" y="10"/>
                    </a:lnTo>
                    <a:lnTo>
                      <a:pt x="699" y="14"/>
                    </a:lnTo>
                    <a:lnTo>
                      <a:pt x="695" y="17"/>
                    </a:lnTo>
                    <a:lnTo>
                      <a:pt x="691" y="22"/>
                    </a:lnTo>
                    <a:lnTo>
                      <a:pt x="687" y="27"/>
                    </a:lnTo>
                    <a:lnTo>
                      <a:pt x="684" y="31"/>
                    </a:lnTo>
                    <a:lnTo>
                      <a:pt x="682" y="37"/>
                    </a:lnTo>
                    <a:lnTo>
                      <a:pt x="680" y="42"/>
                    </a:lnTo>
                    <a:lnTo>
                      <a:pt x="678" y="48"/>
                    </a:lnTo>
                    <a:lnTo>
                      <a:pt x="677" y="54"/>
                    </a:lnTo>
                    <a:lnTo>
                      <a:pt x="677" y="60"/>
                    </a:lnTo>
                    <a:lnTo>
                      <a:pt x="678" y="70"/>
                    </a:lnTo>
                    <a:lnTo>
                      <a:pt x="680" y="79"/>
                    </a:lnTo>
                    <a:lnTo>
                      <a:pt x="683" y="87"/>
                    </a:lnTo>
                    <a:lnTo>
                      <a:pt x="688" y="96"/>
                    </a:lnTo>
                    <a:lnTo>
                      <a:pt x="537" y="277"/>
                    </a:lnTo>
                    <a:lnTo>
                      <a:pt x="531" y="275"/>
                    </a:lnTo>
                    <a:lnTo>
                      <a:pt x="524" y="273"/>
                    </a:lnTo>
                    <a:lnTo>
                      <a:pt x="518" y="272"/>
                    </a:lnTo>
                    <a:lnTo>
                      <a:pt x="511" y="271"/>
                    </a:lnTo>
                    <a:lnTo>
                      <a:pt x="504" y="272"/>
                    </a:lnTo>
                    <a:lnTo>
                      <a:pt x="496" y="273"/>
                    </a:lnTo>
                    <a:lnTo>
                      <a:pt x="490" y="275"/>
                    </a:lnTo>
                    <a:lnTo>
                      <a:pt x="484" y="278"/>
                    </a:lnTo>
                    <a:lnTo>
                      <a:pt x="478" y="281"/>
                    </a:lnTo>
                    <a:lnTo>
                      <a:pt x="472" y="286"/>
                    </a:lnTo>
                    <a:lnTo>
                      <a:pt x="467" y="291"/>
                    </a:lnTo>
                    <a:lnTo>
                      <a:pt x="463" y="295"/>
                    </a:lnTo>
                    <a:lnTo>
                      <a:pt x="345" y="248"/>
                    </a:lnTo>
                    <a:lnTo>
                      <a:pt x="345" y="245"/>
                    </a:lnTo>
                    <a:lnTo>
                      <a:pt x="345" y="240"/>
                    </a:lnTo>
                    <a:lnTo>
                      <a:pt x="345" y="235"/>
                    </a:lnTo>
                    <a:lnTo>
                      <a:pt x="344" y="229"/>
                    </a:lnTo>
                    <a:lnTo>
                      <a:pt x="343" y="223"/>
                    </a:lnTo>
                    <a:lnTo>
                      <a:pt x="341" y="218"/>
                    </a:lnTo>
                    <a:lnTo>
                      <a:pt x="339" y="213"/>
                    </a:lnTo>
                    <a:lnTo>
                      <a:pt x="336" y="207"/>
                    </a:lnTo>
                    <a:lnTo>
                      <a:pt x="332" y="203"/>
                    </a:lnTo>
                    <a:lnTo>
                      <a:pt x="328" y="199"/>
                    </a:lnTo>
                    <a:lnTo>
                      <a:pt x="324" y="194"/>
                    </a:lnTo>
                    <a:lnTo>
                      <a:pt x="319" y="191"/>
                    </a:lnTo>
                    <a:lnTo>
                      <a:pt x="314" y="188"/>
                    </a:lnTo>
                    <a:lnTo>
                      <a:pt x="309" y="186"/>
                    </a:lnTo>
                    <a:lnTo>
                      <a:pt x="303" y="184"/>
                    </a:lnTo>
                    <a:lnTo>
                      <a:pt x="298" y="181"/>
                    </a:lnTo>
                    <a:lnTo>
                      <a:pt x="292" y="181"/>
                    </a:lnTo>
                    <a:lnTo>
                      <a:pt x="285" y="180"/>
                    </a:lnTo>
                    <a:lnTo>
                      <a:pt x="280" y="181"/>
                    </a:lnTo>
                    <a:lnTo>
                      <a:pt x="273" y="181"/>
                    </a:lnTo>
                    <a:lnTo>
                      <a:pt x="268" y="184"/>
                    </a:lnTo>
                    <a:lnTo>
                      <a:pt x="262" y="186"/>
                    </a:lnTo>
                    <a:lnTo>
                      <a:pt x="257" y="188"/>
                    </a:lnTo>
                    <a:lnTo>
                      <a:pt x="252" y="191"/>
                    </a:lnTo>
                    <a:lnTo>
                      <a:pt x="248" y="194"/>
                    </a:lnTo>
                    <a:lnTo>
                      <a:pt x="243" y="199"/>
                    </a:lnTo>
                    <a:lnTo>
                      <a:pt x="239" y="203"/>
                    </a:lnTo>
                    <a:lnTo>
                      <a:pt x="236" y="207"/>
                    </a:lnTo>
                    <a:lnTo>
                      <a:pt x="233" y="213"/>
                    </a:lnTo>
                    <a:lnTo>
                      <a:pt x="230" y="218"/>
                    </a:lnTo>
                    <a:lnTo>
                      <a:pt x="228" y="223"/>
                    </a:lnTo>
                    <a:lnTo>
                      <a:pt x="226" y="229"/>
                    </a:lnTo>
                    <a:lnTo>
                      <a:pt x="225" y="235"/>
                    </a:lnTo>
                    <a:lnTo>
                      <a:pt x="225" y="240"/>
                    </a:lnTo>
                    <a:lnTo>
                      <a:pt x="226" y="248"/>
                    </a:lnTo>
                    <a:lnTo>
                      <a:pt x="227" y="254"/>
                    </a:lnTo>
                    <a:lnTo>
                      <a:pt x="229" y="261"/>
                    </a:lnTo>
                    <a:lnTo>
                      <a:pt x="231" y="267"/>
                    </a:lnTo>
                    <a:lnTo>
                      <a:pt x="94" y="387"/>
                    </a:lnTo>
                    <a:lnTo>
                      <a:pt x="86" y="382"/>
                    </a:lnTo>
                    <a:lnTo>
                      <a:pt x="78" y="379"/>
                    </a:lnTo>
                    <a:lnTo>
                      <a:pt x="68" y="377"/>
                    </a:lnTo>
                    <a:lnTo>
                      <a:pt x="60" y="377"/>
                    </a:lnTo>
                    <a:lnTo>
                      <a:pt x="53" y="377"/>
                    </a:lnTo>
                    <a:lnTo>
                      <a:pt x="47" y="378"/>
                    </a:lnTo>
                    <a:lnTo>
                      <a:pt x="42" y="379"/>
                    </a:lnTo>
                    <a:lnTo>
                      <a:pt x="36" y="381"/>
                    </a:lnTo>
                    <a:lnTo>
                      <a:pt x="31" y="383"/>
                    </a:lnTo>
                    <a:lnTo>
                      <a:pt x="26" y="386"/>
                    </a:lnTo>
                    <a:lnTo>
                      <a:pt x="21" y="391"/>
                    </a:lnTo>
                    <a:lnTo>
                      <a:pt x="17" y="394"/>
                    </a:lnTo>
                    <a:lnTo>
                      <a:pt x="13" y="398"/>
                    </a:lnTo>
                    <a:lnTo>
                      <a:pt x="9" y="402"/>
                    </a:lnTo>
                    <a:lnTo>
                      <a:pt x="6" y="408"/>
                    </a:lnTo>
                    <a:lnTo>
                      <a:pt x="4" y="413"/>
                    </a:lnTo>
                    <a:lnTo>
                      <a:pt x="2" y="419"/>
                    </a:lnTo>
                    <a:lnTo>
                      <a:pt x="1" y="425"/>
                    </a:lnTo>
                    <a:lnTo>
                      <a:pt x="0" y="430"/>
                    </a:lnTo>
                    <a:lnTo>
                      <a:pt x="0" y="437"/>
                    </a:lnTo>
                    <a:lnTo>
                      <a:pt x="0" y="443"/>
                    </a:lnTo>
                    <a:lnTo>
                      <a:pt x="1" y="449"/>
                    </a:lnTo>
                    <a:lnTo>
                      <a:pt x="2" y="455"/>
                    </a:lnTo>
                    <a:lnTo>
                      <a:pt x="4" y="460"/>
                    </a:lnTo>
                    <a:lnTo>
                      <a:pt x="6" y="466"/>
                    </a:lnTo>
                    <a:lnTo>
                      <a:pt x="9" y="470"/>
                    </a:lnTo>
                    <a:lnTo>
                      <a:pt x="13" y="475"/>
                    </a:lnTo>
                    <a:lnTo>
                      <a:pt x="17" y="480"/>
                    </a:lnTo>
                    <a:lnTo>
                      <a:pt x="21" y="483"/>
                    </a:lnTo>
                    <a:lnTo>
                      <a:pt x="26" y="486"/>
                    </a:lnTo>
                    <a:lnTo>
                      <a:pt x="31" y="489"/>
                    </a:lnTo>
                    <a:lnTo>
                      <a:pt x="36" y="493"/>
                    </a:lnTo>
                    <a:lnTo>
                      <a:pt x="42" y="494"/>
                    </a:lnTo>
                    <a:lnTo>
                      <a:pt x="47" y="496"/>
                    </a:lnTo>
                    <a:lnTo>
                      <a:pt x="53" y="497"/>
                    </a:lnTo>
                    <a:lnTo>
                      <a:pt x="60" y="4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3040479" y="6325044"/>
            <a:ext cx="4603494" cy="369332"/>
          </a:xfrm>
          <a:prstGeom prst="rect">
            <a:avLst/>
          </a:prstGeom>
          <a:solidFill>
            <a:srgbClr val="CE295E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Growth headroom is outside</a:t>
            </a:r>
          </a:p>
        </p:txBody>
      </p:sp>
    </p:spTree>
    <p:extLst>
      <p:ext uri="{BB962C8B-B14F-4D97-AF65-F5344CB8AC3E}">
        <p14:creationId xmlns:p14="http://schemas.microsoft.com/office/powerpoint/2010/main" val="3427904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35" y="273440"/>
            <a:ext cx="10501515" cy="445018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When they Watch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9921962"/>
              </p:ext>
            </p:extLst>
          </p:nvPr>
        </p:nvGraphicFramePr>
        <p:xfrm>
          <a:off x="230484" y="1397285"/>
          <a:ext cx="5553867" cy="3390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0179628"/>
              </p:ext>
            </p:extLst>
          </p:nvPr>
        </p:nvGraphicFramePr>
        <p:xfrm>
          <a:off x="6010382" y="1397285"/>
          <a:ext cx="5229546" cy="3390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77777" y="5325568"/>
            <a:ext cx="8465209" cy="646331"/>
          </a:xfrm>
          <a:prstGeom prst="rect">
            <a:avLst/>
          </a:prstGeom>
          <a:solidFill>
            <a:srgbClr val="CE295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 Most of subscribers prefer watching in the evening</a:t>
            </a:r>
          </a:p>
          <a:p>
            <a:pPr algn="ctr"/>
            <a:r>
              <a:rPr lang="en-US" dirty="0"/>
              <a:t>- Weekday sessions are usually </a:t>
            </a:r>
            <a:r>
              <a:rPr lang="en-US" dirty="0" err="1"/>
              <a:t>preffered</a:t>
            </a:r>
            <a:r>
              <a:rPr lang="en-US" dirty="0"/>
              <a:t> over weekend ones</a:t>
            </a:r>
          </a:p>
        </p:txBody>
      </p:sp>
    </p:spTree>
    <p:extLst>
      <p:ext uri="{BB962C8B-B14F-4D97-AF65-F5344CB8AC3E}">
        <p14:creationId xmlns:p14="http://schemas.microsoft.com/office/powerpoint/2010/main" val="310349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9464-7408-4CB8-9C8D-6CAE84CA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086"/>
            <a:ext cx="10335936" cy="417736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What they watch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1D134-7BBF-451B-A631-5F4F57AB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9828-C3DA-4597-BCE6-9ABD37A4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473A0FD-0576-413F-B773-3FD940B32A03}"/>
              </a:ext>
            </a:extLst>
          </p:cNvPr>
          <p:cNvSpPr/>
          <p:nvPr/>
        </p:nvSpPr>
        <p:spPr>
          <a:xfrm rot="18900000">
            <a:off x="-1093206" y="469165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262482-E3E6-4492-8A0F-4EB079969074}"/>
              </a:ext>
            </a:extLst>
          </p:cNvPr>
          <p:cNvSpPr/>
          <p:nvPr/>
        </p:nvSpPr>
        <p:spPr>
          <a:xfrm>
            <a:off x="0" y="4825999"/>
            <a:ext cx="12192000" cy="157480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TextBox 47">
            <a:extLst>
              <a:ext uri="{FF2B5EF4-FFF2-40B4-BE49-F238E27FC236}">
                <a16:creationId xmlns:a16="http://schemas.microsoft.com/office/drawing/2014/main" id="{2B5BB5A9-EBF5-4B8A-9F43-73BA73A14309}"/>
              </a:ext>
            </a:extLst>
          </p:cNvPr>
          <p:cNvSpPr txBox="1"/>
          <p:nvPr/>
        </p:nvSpPr>
        <p:spPr>
          <a:xfrm>
            <a:off x="448622" y="5521065"/>
            <a:ext cx="3450278" cy="184666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Large number of our base watch Live Events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C89A7C-22CD-4EA2-8D41-03122A25549C}"/>
              </a:ext>
            </a:extLst>
          </p:cNvPr>
          <p:cNvCxnSpPr/>
          <p:nvPr/>
        </p:nvCxnSpPr>
        <p:spPr>
          <a:xfrm>
            <a:off x="4152900" y="4967068"/>
            <a:ext cx="0" cy="129266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12232B-830B-45D4-B2FA-6E45FE8B1F3C}"/>
              </a:ext>
            </a:extLst>
          </p:cNvPr>
          <p:cNvCxnSpPr/>
          <p:nvPr/>
        </p:nvCxnSpPr>
        <p:spPr>
          <a:xfrm>
            <a:off x="6958239" y="4967068"/>
            <a:ext cx="0" cy="129266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F95A916-8E19-4600-AA32-AD3EA52A5E00}"/>
              </a:ext>
            </a:extLst>
          </p:cNvPr>
          <p:cNvCxnSpPr/>
          <p:nvPr/>
        </p:nvCxnSpPr>
        <p:spPr>
          <a:xfrm>
            <a:off x="9763579" y="4967068"/>
            <a:ext cx="0" cy="129266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99366DF-55F9-4DAD-B4AA-19F758893012}"/>
              </a:ext>
            </a:extLst>
          </p:cNvPr>
          <p:cNvGrpSpPr/>
          <p:nvPr/>
        </p:nvGrpSpPr>
        <p:grpSpPr>
          <a:xfrm>
            <a:off x="7204325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47" name="Freeform 3404">
              <a:extLst>
                <a:ext uri="{FF2B5EF4-FFF2-40B4-BE49-F238E27FC236}">
                  <a16:creationId xmlns:a16="http://schemas.microsoft.com/office/drawing/2014/main" id="{BA9D6795-82C4-401C-AC5B-270619D00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405">
              <a:extLst>
                <a:ext uri="{FF2B5EF4-FFF2-40B4-BE49-F238E27FC236}">
                  <a16:creationId xmlns:a16="http://schemas.microsoft.com/office/drawing/2014/main" id="{B82B79F5-636F-420F-8B8E-C373BA302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16EE5B6-604E-4E32-9786-36D540E8F489}"/>
              </a:ext>
            </a:extLst>
          </p:cNvPr>
          <p:cNvGrpSpPr/>
          <p:nvPr/>
        </p:nvGrpSpPr>
        <p:grpSpPr>
          <a:xfrm>
            <a:off x="7445469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50" name="Freeform 3404">
              <a:extLst>
                <a:ext uri="{FF2B5EF4-FFF2-40B4-BE49-F238E27FC236}">
                  <a16:creationId xmlns:a16="http://schemas.microsoft.com/office/drawing/2014/main" id="{3BC3B015-1EC6-416D-96E5-C0F89067A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405">
              <a:extLst>
                <a:ext uri="{FF2B5EF4-FFF2-40B4-BE49-F238E27FC236}">
                  <a16:creationId xmlns:a16="http://schemas.microsoft.com/office/drawing/2014/main" id="{DDAAEA0D-BADA-4832-B74D-F1F1F8960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2E8F5E-9919-4F1F-A68E-D2914CB188A3}"/>
              </a:ext>
            </a:extLst>
          </p:cNvPr>
          <p:cNvGrpSpPr/>
          <p:nvPr/>
        </p:nvGrpSpPr>
        <p:grpSpPr>
          <a:xfrm>
            <a:off x="7686613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53" name="Freeform 3404">
              <a:extLst>
                <a:ext uri="{FF2B5EF4-FFF2-40B4-BE49-F238E27FC236}">
                  <a16:creationId xmlns:a16="http://schemas.microsoft.com/office/drawing/2014/main" id="{EA2E6D7A-A585-4528-9DBC-8D853D642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405">
              <a:extLst>
                <a:ext uri="{FF2B5EF4-FFF2-40B4-BE49-F238E27FC236}">
                  <a16:creationId xmlns:a16="http://schemas.microsoft.com/office/drawing/2014/main" id="{3E2016B3-1238-42D2-9E3B-EA63AB8DE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AA67257-5B1E-40FE-9D45-5FC443D2E57D}"/>
              </a:ext>
            </a:extLst>
          </p:cNvPr>
          <p:cNvGrpSpPr/>
          <p:nvPr/>
        </p:nvGrpSpPr>
        <p:grpSpPr>
          <a:xfrm>
            <a:off x="7927757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56" name="Freeform 3404">
              <a:extLst>
                <a:ext uri="{FF2B5EF4-FFF2-40B4-BE49-F238E27FC236}">
                  <a16:creationId xmlns:a16="http://schemas.microsoft.com/office/drawing/2014/main" id="{717A0EEE-7243-44C3-B5B3-7D2AF85C9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405">
              <a:extLst>
                <a:ext uri="{FF2B5EF4-FFF2-40B4-BE49-F238E27FC236}">
                  <a16:creationId xmlns:a16="http://schemas.microsoft.com/office/drawing/2014/main" id="{2BF833CF-D9B7-4288-8842-6295175F1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AF3F997-F74B-44D5-ADC7-3A6A3E8F33D4}"/>
              </a:ext>
            </a:extLst>
          </p:cNvPr>
          <p:cNvGrpSpPr/>
          <p:nvPr/>
        </p:nvGrpSpPr>
        <p:grpSpPr>
          <a:xfrm>
            <a:off x="8168901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59" name="Freeform 3404">
              <a:extLst>
                <a:ext uri="{FF2B5EF4-FFF2-40B4-BE49-F238E27FC236}">
                  <a16:creationId xmlns:a16="http://schemas.microsoft.com/office/drawing/2014/main" id="{F260AC42-CAD9-4D1A-B377-83FAF4062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405">
              <a:extLst>
                <a:ext uri="{FF2B5EF4-FFF2-40B4-BE49-F238E27FC236}">
                  <a16:creationId xmlns:a16="http://schemas.microsoft.com/office/drawing/2014/main" id="{DDF78094-8117-41A7-9B35-4CC7CF502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FBB68F4-0F5F-426F-A4AB-882F8CE2D844}"/>
              </a:ext>
            </a:extLst>
          </p:cNvPr>
          <p:cNvGrpSpPr/>
          <p:nvPr/>
        </p:nvGrpSpPr>
        <p:grpSpPr>
          <a:xfrm>
            <a:off x="8410045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62" name="Freeform 3404">
              <a:extLst>
                <a:ext uri="{FF2B5EF4-FFF2-40B4-BE49-F238E27FC236}">
                  <a16:creationId xmlns:a16="http://schemas.microsoft.com/office/drawing/2014/main" id="{0038A68E-2052-4CF2-B8D3-9ACEAE5AA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3405">
              <a:extLst>
                <a:ext uri="{FF2B5EF4-FFF2-40B4-BE49-F238E27FC236}">
                  <a16:creationId xmlns:a16="http://schemas.microsoft.com/office/drawing/2014/main" id="{1B3A066B-C6DA-4FDE-BEA2-EE41AB090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F84D129-FCE6-4AC4-ACE8-B7104E617F1C}"/>
              </a:ext>
            </a:extLst>
          </p:cNvPr>
          <p:cNvGrpSpPr/>
          <p:nvPr/>
        </p:nvGrpSpPr>
        <p:grpSpPr>
          <a:xfrm>
            <a:off x="8651189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65" name="Freeform 3404">
              <a:extLst>
                <a:ext uri="{FF2B5EF4-FFF2-40B4-BE49-F238E27FC236}">
                  <a16:creationId xmlns:a16="http://schemas.microsoft.com/office/drawing/2014/main" id="{F8FE8340-F143-4C08-A96E-C631244E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3405">
              <a:extLst>
                <a:ext uri="{FF2B5EF4-FFF2-40B4-BE49-F238E27FC236}">
                  <a16:creationId xmlns:a16="http://schemas.microsoft.com/office/drawing/2014/main" id="{2B4C23AD-B526-42D5-B1FB-BBB3B0C6A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FBD5D5C-4132-4D5A-BFD0-253BC5B17321}"/>
              </a:ext>
            </a:extLst>
          </p:cNvPr>
          <p:cNvGrpSpPr/>
          <p:nvPr/>
        </p:nvGrpSpPr>
        <p:grpSpPr>
          <a:xfrm>
            <a:off x="8892333" y="500745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68" name="Freeform 3404">
              <a:extLst>
                <a:ext uri="{FF2B5EF4-FFF2-40B4-BE49-F238E27FC236}">
                  <a16:creationId xmlns:a16="http://schemas.microsoft.com/office/drawing/2014/main" id="{0D483D32-A4B8-4F76-9714-02CE4757A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3405">
              <a:extLst>
                <a:ext uri="{FF2B5EF4-FFF2-40B4-BE49-F238E27FC236}">
                  <a16:creationId xmlns:a16="http://schemas.microsoft.com/office/drawing/2014/main" id="{BDB860C7-27AD-47A5-9339-09F74DE4A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D5F139B-37E3-4135-BF09-9FC9464608F4}"/>
              </a:ext>
            </a:extLst>
          </p:cNvPr>
          <p:cNvGrpSpPr/>
          <p:nvPr/>
        </p:nvGrpSpPr>
        <p:grpSpPr>
          <a:xfrm>
            <a:off x="9133477" y="500745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71" name="Freeform 3404">
              <a:extLst>
                <a:ext uri="{FF2B5EF4-FFF2-40B4-BE49-F238E27FC236}">
                  <a16:creationId xmlns:a16="http://schemas.microsoft.com/office/drawing/2014/main" id="{842F7458-0CC1-46F1-9FC7-86BC4E3A2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405">
              <a:extLst>
                <a:ext uri="{FF2B5EF4-FFF2-40B4-BE49-F238E27FC236}">
                  <a16:creationId xmlns:a16="http://schemas.microsoft.com/office/drawing/2014/main" id="{B943DC6D-D6F7-4732-9B88-AB23187B3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CA12D67-A5CF-4E2D-934D-F0F789A371A6}"/>
              </a:ext>
            </a:extLst>
          </p:cNvPr>
          <p:cNvGrpSpPr/>
          <p:nvPr/>
        </p:nvGrpSpPr>
        <p:grpSpPr>
          <a:xfrm>
            <a:off x="9374619" y="500745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74" name="Freeform 3404">
              <a:extLst>
                <a:ext uri="{FF2B5EF4-FFF2-40B4-BE49-F238E27FC236}">
                  <a16:creationId xmlns:a16="http://schemas.microsoft.com/office/drawing/2014/main" id="{09AF100D-3B02-43C5-A04F-75F2171CE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3405">
              <a:extLst>
                <a:ext uri="{FF2B5EF4-FFF2-40B4-BE49-F238E27FC236}">
                  <a16:creationId xmlns:a16="http://schemas.microsoft.com/office/drawing/2014/main" id="{F6FAF6C3-6FD1-4675-867E-596F3B655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4175BCD-213B-40CA-9CAE-8B9ED737540C}"/>
              </a:ext>
            </a:extLst>
          </p:cNvPr>
          <p:cNvGrpSpPr/>
          <p:nvPr/>
        </p:nvGrpSpPr>
        <p:grpSpPr>
          <a:xfrm>
            <a:off x="7204325" y="547052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105" name="Freeform 3404">
              <a:extLst>
                <a:ext uri="{FF2B5EF4-FFF2-40B4-BE49-F238E27FC236}">
                  <a16:creationId xmlns:a16="http://schemas.microsoft.com/office/drawing/2014/main" id="{2785BA74-D166-4FF6-97C6-15E06EA9A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3405">
              <a:extLst>
                <a:ext uri="{FF2B5EF4-FFF2-40B4-BE49-F238E27FC236}">
                  <a16:creationId xmlns:a16="http://schemas.microsoft.com/office/drawing/2014/main" id="{20C6EF87-9E51-43B7-B2E5-D53ABB6D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E49F8B6-6642-4190-A120-D592265F22A2}"/>
              </a:ext>
            </a:extLst>
          </p:cNvPr>
          <p:cNvGrpSpPr/>
          <p:nvPr/>
        </p:nvGrpSpPr>
        <p:grpSpPr>
          <a:xfrm>
            <a:off x="7445469" y="547052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103" name="Freeform 3404">
              <a:extLst>
                <a:ext uri="{FF2B5EF4-FFF2-40B4-BE49-F238E27FC236}">
                  <a16:creationId xmlns:a16="http://schemas.microsoft.com/office/drawing/2014/main" id="{337E5B85-BEE6-45EF-B5B7-94A7EFA30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3405">
              <a:extLst>
                <a:ext uri="{FF2B5EF4-FFF2-40B4-BE49-F238E27FC236}">
                  <a16:creationId xmlns:a16="http://schemas.microsoft.com/office/drawing/2014/main" id="{1DFFB19F-0DA6-4EAF-B017-E6295A454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8B12FCD-7CF6-4B62-812E-F853579B4DDB}"/>
              </a:ext>
            </a:extLst>
          </p:cNvPr>
          <p:cNvGrpSpPr/>
          <p:nvPr/>
        </p:nvGrpSpPr>
        <p:grpSpPr>
          <a:xfrm>
            <a:off x="7686613" y="5470525"/>
            <a:ext cx="142875" cy="285750"/>
            <a:chOff x="8243888" y="5922963"/>
            <a:chExt cx="142875" cy="285750"/>
          </a:xfrm>
          <a:solidFill>
            <a:srgbClr val="7F7F7F"/>
          </a:solidFill>
        </p:grpSpPr>
        <p:sp>
          <p:nvSpPr>
            <p:cNvPr id="101" name="Freeform 3404">
              <a:extLst>
                <a:ext uri="{FF2B5EF4-FFF2-40B4-BE49-F238E27FC236}">
                  <a16:creationId xmlns:a16="http://schemas.microsoft.com/office/drawing/2014/main" id="{FF46E9CB-B554-4301-8DF4-73EFF9AD7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3405">
              <a:extLst>
                <a:ext uri="{FF2B5EF4-FFF2-40B4-BE49-F238E27FC236}">
                  <a16:creationId xmlns:a16="http://schemas.microsoft.com/office/drawing/2014/main" id="{C968827B-DE9D-479B-92A2-005568450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323390A-1919-4FA1-B4AE-98F3EEA705CB}"/>
              </a:ext>
            </a:extLst>
          </p:cNvPr>
          <p:cNvGrpSpPr/>
          <p:nvPr/>
        </p:nvGrpSpPr>
        <p:grpSpPr>
          <a:xfrm>
            <a:off x="7927757" y="5470525"/>
            <a:ext cx="142875" cy="285750"/>
            <a:chOff x="8243888" y="5922963"/>
            <a:chExt cx="142875" cy="285750"/>
          </a:xfrm>
          <a:solidFill>
            <a:srgbClr val="7F7F7F"/>
          </a:solidFill>
        </p:grpSpPr>
        <p:sp>
          <p:nvSpPr>
            <p:cNvPr id="99" name="Freeform 3404">
              <a:extLst>
                <a:ext uri="{FF2B5EF4-FFF2-40B4-BE49-F238E27FC236}">
                  <a16:creationId xmlns:a16="http://schemas.microsoft.com/office/drawing/2014/main" id="{31956A3E-2771-413E-A157-EBF8216A6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3405">
              <a:extLst>
                <a:ext uri="{FF2B5EF4-FFF2-40B4-BE49-F238E27FC236}">
                  <a16:creationId xmlns:a16="http://schemas.microsoft.com/office/drawing/2014/main" id="{9FD2BDE0-7D57-4260-BA90-79A523658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C6186F0-B018-432B-81F3-DA5CC38C35F6}"/>
              </a:ext>
            </a:extLst>
          </p:cNvPr>
          <p:cNvGrpSpPr/>
          <p:nvPr/>
        </p:nvGrpSpPr>
        <p:grpSpPr>
          <a:xfrm>
            <a:off x="8168901" y="5470525"/>
            <a:ext cx="142875" cy="285750"/>
            <a:chOff x="8243888" y="5922963"/>
            <a:chExt cx="142875" cy="285750"/>
          </a:xfrm>
          <a:solidFill>
            <a:srgbClr val="7F7F7F"/>
          </a:solidFill>
        </p:grpSpPr>
        <p:sp>
          <p:nvSpPr>
            <p:cNvPr id="97" name="Freeform 3404">
              <a:extLst>
                <a:ext uri="{FF2B5EF4-FFF2-40B4-BE49-F238E27FC236}">
                  <a16:creationId xmlns:a16="http://schemas.microsoft.com/office/drawing/2014/main" id="{0F4443F5-6527-4A2B-A6CD-B92C2852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3405">
              <a:extLst>
                <a:ext uri="{FF2B5EF4-FFF2-40B4-BE49-F238E27FC236}">
                  <a16:creationId xmlns:a16="http://schemas.microsoft.com/office/drawing/2014/main" id="{4B43D785-443F-4F72-89B4-3858C501F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C67F7F5-BBFC-4FE7-953C-A46DF0BABBB3}"/>
              </a:ext>
            </a:extLst>
          </p:cNvPr>
          <p:cNvGrpSpPr/>
          <p:nvPr/>
        </p:nvGrpSpPr>
        <p:grpSpPr>
          <a:xfrm>
            <a:off x="8410045" y="5470525"/>
            <a:ext cx="142875" cy="285750"/>
            <a:chOff x="8243888" y="5922963"/>
            <a:chExt cx="142875" cy="285750"/>
          </a:xfrm>
          <a:solidFill>
            <a:srgbClr val="7F7F7F"/>
          </a:solidFill>
        </p:grpSpPr>
        <p:sp>
          <p:nvSpPr>
            <p:cNvPr id="95" name="Freeform 3404">
              <a:extLst>
                <a:ext uri="{FF2B5EF4-FFF2-40B4-BE49-F238E27FC236}">
                  <a16:creationId xmlns:a16="http://schemas.microsoft.com/office/drawing/2014/main" id="{93DB736A-FD44-48F8-B403-41A434526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3405">
              <a:extLst>
                <a:ext uri="{FF2B5EF4-FFF2-40B4-BE49-F238E27FC236}">
                  <a16:creationId xmlns:a16="http://schemas.microsoft.com/office/drawing/2014/main" id="{B0549F2A-0891-4F53-A455-54E06D58E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A37DE26-294C-4ACD-93AB-CB44DF217416}"/>
              </a:ext>
            </a:extLst>
          </p:cNvPr>
          <p:cNvGrpSpPr/>
          <p:nvPr/>
        </p:nvGrpSpPr>
        <p:grpSpPr>
          <a:xfrm>
            <a:off x="8651189" y="5470525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93" name="Freeform 3404">
              <a:extLst>
                <a:ext uri="{FF2B5EF4-FFF2-40B4-BE49-F238E27FC236}">
                  <a16:creationId xmlns:a16="http://schemas.microsoft.com/office/drawing/2014/main" id="{4B3DADA7-BCB9-4F2E-A8C1-D648C8A8E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3405">
              <a:extLst>
                <a:ext uri="{FF2B5EF4-FFF2-40B4-BE49-F238E27FC236}">
                  <a16:creationId xmlns:a16="http://schemas.microsoft.com/office/drawing/2014/main" id="{373A2FB0-CB69-4317-89D1-301FB1351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4575471-E1B1-41F1-81EF-064A394ACBC7}"/>
              </a:ext>
            </a:extLst>
          </p:cNvPr>
          <p:cNvGrpSpPr/>
          <p:nvPr/>
        </p:nvGrpSpPr>
        <p:grpSpPr>
          <a:xfrm>
            <a:off x="8892333" y="5470525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91" name="Freeform 3404">
              <a:extLst>
                <a:ext uri="{FF2B5EF4-FFF2-40B4-BE49-F238E27FC236}">
                  <a16:creationId xmlns:a16="http://schemas.microsoft.com/office/drawing/2014/main" id="{9F8B4B77-06DC-4042-B00D-925502D9B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3405">
              <a:extLst>
                <a:ext uri="{FF2B5EF4-FFF2-40B4-BE49-F238E27FC236}">
                  <a16:creationId xmlns:a16="http://schemas.microsoft.com/office/drawing/2014/main" id="{52D55A54-7103-4CDA-9F67-C5BF45F8A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F3A367-28B5-4DC4-B748-8CAF2346FE68}"/>
              </a:ext>
            </a:extLst>
          </p:cNvPr>
          <p:cNvGrpSpPr/>
          <p:nvPr/>
        </p:nvGrpSpPr>
        <p:grpSpPr>
          <a:xfrm>
            <a:off x="9133477" y="5470525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89" name="Freeform 3404">
              <a:extLst>
                <a:ext uri="{FF2B5EF4-FFF2-40B4-BE49-F238E27FC236}">
                  <a16:creationId xmlns:a16="http://schemas.microsoft.com/office/drawing/2014/main" id="{5E458340-33C8-4299-B819-8045759E7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3405">
              <a:extLst>
                <a:ext uri="{FF2B5EF4-FFF2-40B4-BE49-F238E27FC236}">
                  <a16:creationId xmlns:a16="http://schemas.microsoft.com/office/drawing/2014/main" id="{8B0A44CD-2DB1-46F2-9D03-885E64456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E99E9FB-F408-4284-849E-9431A5AE5379}"/>
              </a:ext>
            </a:extLst>
          </p:cNvPr>
          <p:cNvGrpSpPr/>
          <p:nvPr/>
        </p:nvGrpSpPr>
        <p:grpSpPr>
          <a:xfrm>
            <a:off x="9374619" y="5470525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87" name="Freeform 3404">
              <a:extLst>
                <a:ext uri="{FF2B5EF4-FFF2-40B4-BE49-F238E27FC236}">
                  <a16:creationId xmlns:a16="http://schemas.microsoft.com/office/drawing/2014/main" id="{0AB84D52-0059-4A60-B492-2E7E910EA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3405">
              <a:extLst>
                <a:ext uri="{FF2B5EF4-FFF2-40B4-BE49-F238E27FC236}">
                  <a16:creationId xmlns:a16="http://schemas.microsoft.com/office/drawing/2014/main" id="{FC23032B-57A1-49BD-B4CB-45B07CF8C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5183E77-9E48-4D86-A8BF-4A745BE7328C}"/>
              </a:ext>
            </a:extLst>
          </p:cNvPr>
          <p:cNvGrpSpPr/>
          <p:nvPr/>
        </p:nvGrpSpPr>
        <p:grpSpPr>
          <a:xfrm>
            <a:off x="7204325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36" name="Freeform 3404">
              <a:extLst>
                <a:ext uri="{FF2B5EF4-FFF2-40B4-BE49-F238E27FC236}">
                  <a16:creationId xmlns:a16="http://schemas.microsoft.com/office/drawing/2014/main" id="{31F9DC8F-FF5A-45A1-8D35-9BF454B78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3405">
              <a:extLst>
                <a:ext uri="{FF2B5EF4-FFF2-40B4-BE49-F238E27FC236}">
                  <a16:creationId xmlns:a16="http://schemas.microsoft.com/office/drawing/2014/main" id="{A7DD14F2-EDA7-4460-91D5-9D89956C3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56976A1-A27D-4891-A563-7F22794632B6}"/>
              </a:ext>
            </a:extLst>
          </p:cNvPr>
          <p:cNvGrpSpPr/>
          <p:nvPr/>
        </p:nvGrpSpPr>
        <p:grpSpPr>
          <a:xfrm>
            <a:off x="7445469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34" name="Freeform 3404">
              <a:extLst>
                <a:ext uri="{FF2B5EF4-FFF2-40B4-BE49-F238E27FC236}">
                  <a16:creationId xmlns:a16="http://schemas.microsoft.com/office/drawing/2014/main" id="{7652450B-3F87-4E57-88FE-EA4B50DDD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3405">
              <a:extLst>
                <a:ext uri="{FF2B5EF4-FFF2-40B4-BE49-F238E27FC236}">
                  <a16:creationId xmlns:a16="http://schemas.microsoft.com/office/drawing/2014/main" id="{44F32179-5D42-43F8-B305-A897ED526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34B1941-B089-496A-A655-13D0000F3F27}"/>
              </a:ext>
            </a:extLst>
          </p:cNvPr>
          <p:cNvGrpSpPr/>
          <p:nvPr/>
        </p:nvGrpSpPr>
        <p:grpSpPr>
          <a:xfrm>
            <a:off x="7686613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32" name="Freeform 3404">
              <a:extLst>
                <a:ext uri="{FF2B5EF4-FFF2-40B4-BE49-F238E27FC236}">
                  <a16:creationId xmlns:a16="http://schemas.microsoft.com/office/drawing/2014/main" id="{0E125062-72FE-4F40-B034-3D31C0AF5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3405">
              <a:extLst>
                <a:ext uri="{FF2B5EF4-FFF2-40B4-BE49-F238E27FC236}">
                  <a16:creationId xmlns:a16="http://schemas.microsoft.com/office/drawing/2014/main" id="{7C7E5969-D042-46C9-8B72-5E1B3B344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1EBAA07-E141-47F7-9AC3-4FCC4033F5EA}"/>
              </a:ext>
            </a:extLst>
          </p:cNvPr>
          <p:cNvGrpSpPr/>
          <p:nvPr/>
        </p:nvGrpSpPr>
        <p:grpSpPr>
          <a:xfrm>
            <a:off x="7927757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30" name="Freeform 3404">
              <a:extLst>
                <a:ext uri="{FF2B5EF4-FFF2-40B4-BE49-F238E27FC236}">
                  <a16:creationId xmlns:a16="http://schemas.microsoft.com/office/drawing/2014/main" id="{A591411B-6AC1-4702-B812-7FABE88FE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3405">
              <a:extLst>
                <a:ext uri="{FF2B5EF4-FFF2-40B4-BE49-F238E27FC236}">
                  <a16:creationId xmlns:a16="http://schemas.microsoft.com/office/drawing/2014/main" id="{C6F311A8-7B65-4237-8CD2-30B56CA68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977B04C-F0C3-4EB0-A5F2-08684AAEA0DD}"/>
              </a:ext>
            </a:extLst>
          </p:cNvPr>
          <p:cNvGrpSpPr/>
          <p:nvPr/>
        </p:nvGrpSpPr>
        <p:grpSpPr>
          <a:xfrm>
            <a:off x="8168901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8" name="Freeform 3404">
              <a:extLst>
                <a:ext uri="{FF2B5EF4-FFF2-40B4-BE49-F238E27FC236}">
                  <a16:creationId xmlns:a16="http://schemas.microsoft.com/office/drawing/2014/main" id="{77E8BCC6-289B-481D-AA66-B7F7FFAE0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3405">
              <a:extLst>
                <a:ext uri="{FF2B5EF4-FFF2-40B4-BE49-F238E27FC236}">
                  <a16:creationId xmlns:a16="http://schemas.microsoft.com/office/drawing/2014/main" id="{02E2126E-4A08-49EF-BE1C-CF5D46422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261496A-807A-4D32-B034-690C165590EB}"/>
              </a:ext>
            </a:extLst>
          </p:cNvPr>
          <p:cNvGrpSpPr/>
          <p:nvPr/>
        </p:nvGrpSpPr>
        <p:grpSpPr>
          <a:xfrm>
            <a:off x="8410045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6" name="Freeform 3404">
              <a:extLst>
                <a:ext uri="{FF2B5EF4-FFF2-40B4-BE49-F238E27FC236}">
                  <a16:creationId xmlns:a16="http://schemas.microsoft.com/office/drawing/2014/main" id="{83695F11-9EB8-4A74-97A3-244422611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3405">
              <a:extLst>
                <a:ext uri="{FF2B5EF4-FFF2-40B4-BE49-F238E27FC236}">
                  <a16:creationId xmlns:a16="http://schemas.microsoft.com/office/drawing/2014/main" id="{CDBAC151-A87B-4DDE-93FA-B0FC1BAFA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C2902A0-BCC1-4F77-9FAA-4D5AF02D1090}"/>
              </a:ext>
            </a:extLst>
          </p:cNvPr>
          <p:cNvGrpSpPr/>
          <p:nvPr/>
        </p:nvGrpSpPr>
        <p:grpSpPr>
          <a:xfrm>
            <a:off x="8651189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4" name="Freeform 3404">
              <a:extLst>
                <a:ext uri="{FF2B5EF4-FFF2-40B4-BE49-F238E27FC236}">
                  <a16:creationId xmlns:a16="http://schemas.microsoft.com/office/drawing/2014/main" id="{E2529654-5533-434D-8B04-70DDD2FD9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3405">
              <a:extLst>
                <a:ext uri="{FF2B5EF4-FFF2-40B4-BE49-F238E27FC236}">
                  <a16:creationId xmlns:a16="http://schemas.microsoft.com/office/drawing/2014/main" id="{342B65F4-34B0-4A15-A813-63ED93FE9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558746D-512C-4A01-AFD6-31BB27D352E3}"/>
              </a:ext>
            </a:extLst>
          </p:cNvPr>
          <p:cNvGrpSpPr/>
          <p:nvPr/>
        </p:nvGrpSpPr>
        <p:grpSpPr>
          <a:xfrm>
            <a:off x="8892333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2" name="Freeform 3404">
              <a:extLst>
                <a:ext uri="{FF2B5EF4-FFF2-40B4-BE49-F238E27FC236}">
                  <a16:creationId xmlns:a16="http://schemas.microsoft.com/office/drawing/2014/main" id="{4A448E7F-5CC2-4E5F-9124-D4BCDC45F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3405">
              <a:extLst>
                <a:ext uri="{FF2B5EF4-FFF2-40B4-BE49-F238E27FC236}">
                  <a16:creationId xmlns:a16="http://schemas.microsoft.com/office/drawing/2014/main" id="{43BC59B7-2314-4E8F-96DB-4EEA1B0B2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289F142-A251-490A-AD54-468A6C94BCA2}"/>
              </a:ext>
            </a:extLst>
          </p:cNvPr>
          <p:cNvGrpSpPr/>
          <p:nvPr/>
        </p:nvGrpSpPr>
        <p:grpSpPr>
          <a:xfrm>
            <a:off x="9133477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0" name="Freeform 3404">
              <a:extLst>
                <a:ext uri="{FF2B5EF4-FFF2-40B4-BE49-F238E27FC236}">
                  <a16:creationId xmlns:a16="http://schemas.microsoft.com/office/drawing/2014/main" id="{5FF50150-E68E-4FBD-9FB3-1D30CE80C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3405">
              <a:extLst>
                <a:ext uri="{FF2B5EF4-FFF2-40B4-BE49-F238E27FC236}">
                  <a16:creationId xmlns:a16="http://schemas.microsoft.com/office/drawing/2014/main" id="{59E71405-38CA-473F-8649-C0700C5F5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90053C5-E6B3-4D78-9D20-A14B162A816E}"/>
              </a:ext>
            </a:extLst>
          </p:cNvPr>
          <p:cNvGrpSpPr/>
          <p:nvPr/>
        </p:nvGrpSpPr>
        <p:grpSpPr>
          <a:xfrm>
            <a:off x="9374619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18" name="Freeform 3404">
              <a:extLst>
                <a:ext uri="{FF2B5EF4-FFF2-40B4-BE49-F238E27FC236}">
                  <a16:creationId xmlns:a16="http://schemas.microsoft.com/office/drawing/2014/main" id="{7DD44F38-95DC-4476-9041-1D3256640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3405">
              <a:extLst>
                <a:ext uri="{FF2B5EF4-FFF2-40B4-BE49-F238E27FC236}">
                  <a16:creationId xmlns:a16="http://schemas.microsoft.com/office/drawing/2014/main" id="{DD07D6CB-1984-4815-9F55-FF78EAEAE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5" name="TextBox 47">
            <a:extLst>
              <a:ext uri="{FF2B5EF4-FFF2-40B4-BE49-F238E27FC236}">
                <a16:creationId xmlns:a16="http://schemas.microsoft.com/office/drawing/2014/main" id="{809FA2F3-8F76-4848-B55D-FA6947FE773C}"/>
              </a:ext>
            </a:extLst>
          </p:cNvPr>
          <p:cNvSpPr txBox="1"/>
          <p:nvPr/>
        </p:nvSpPr>
        <p:spPr>
          <a:xfrm>
            <a:off x="4276725" y="5122738"/>
            <a:ext cx="2561523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rgbClr val="CE295E"/>
                </a:solidFill>
                <a:latin typeface="+mj-lt"/>
              </a:rPr>
              <a:t>14,7%</a:t>
            </a:r>
          </a:p>
        </p:txBody>
      </p:sp>
      <p:sp>
        <p:nvSpPr>
          <p:cNvPr id="138" name="TextBox 47">
            <a:extLst>
              <a:ext uri="{FF2B5EF4-FFF2-40B4-BE49-F238E27FC236}">
                <a16:creationId xmlns:a16="http://schemas.microsoft.com/office/drawing/2014/main" id="{012B5CF6-F3B0-4A9A-AB3D-0DCFDC2E8277}"/>
              </a:ext>
            </a:extLst>
          </p:cNvPr>
          <p:cNvSpPr txBox="1"/>
          <p:nvPr/>
        </p:nvSpPr>
        <p:spPr>
          <a:xfrm>
            <a:off x="4379930" y="5888617"/>
            <a:ext cx="235511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Watch cricket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A1417B3-5114-4EA3-95EE-CA76D37B866C}"/>
              </a:ext>
            </a:extLst>
          </p:cNvPr>
          <p:cNvGrpSpPr/>
          <p:nvPr/>
        </p:nvGrpSpPr>
        <p:grpSpPr>
          <a:xfrm>
            <a:off x="10004721" y="5365398"/>
            <a:ext cx="525182" cy="496004"/>
            <a:chOff x="333622" y="4212342"/>
            <a:chExt cx="285751" cy="269875"/>
          </a:xfrm>
          <a:solidFill>
            <a:srgbClr val="CE295E"/>
          </a:solidFill>
        </p:grpSpPr>
        <p:sp>
          <p:nvSpPr>
            <p:cNvPr id="140" name="Freeform 4461">
              <a:extLst>
                <a:ext uri="{FF2B5EF4-FFF2-40B4-BE49-F238E27FC236}">
                  <a16:creationId xmlns:a16="http://schemas.microsoft.com/office/drawing/2014/main" id="{14BA5C71-46FC-47F2-A4D0-F8628A72D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97" y="4467929"/>
              <a:ext cx="15875" cy="14288"/>
            </a:xfrm>
            <a:custGeom>
              <a:avLst/>
              <a:gdLst>
                <a:gd name="T0" fmla="*/ 4 w 52"/>
                <a:gd name="T1" fmla="*/ 23 h 49"/>
                <a:gd name="T2" fmla="*/ 2 w 52"/>
                <a:gd name="T3" fmla="*/ 25 h 49"/>
                <a:gd name="T4" fmla="*/ 1 w 52"/>
                <a:gd name="T5" fmla="*/ 28 h 49"/>
                <a:gd name="T6" fmla="*/ 0 w 52"/>
                <a:gd name="T7" fmla="*/ 31 h 49"/>
                <a:gd name="T8" fmla="*/ 0 w 52"/>
                <a:gd name="T9" fmla="*/ 33 h 49"/>
                <a:gd name="T10" fmla="*/ 0 w 52"/>
                <a:gd name="T11" fmla="*/ 37 h 49"/>
                <a:gd name="T12" fmla="*/ 1 w 52"/>
                <a:gd name="T13" fmla="*/ 40 h 49"/>
                <a:gd name="T14" fmla="*/ 2 w 52"/>
                <a:gd name="T15" fmla="*/ 43 h 49"/>
                <a:gd name="T16" fmla="*/ 4 w 52"/>
                <a:gd name="T17" fmla="*/ 45 h 49"/>
                <a:gd name="T18" fmla="*/ 6 w 52"/>
                <a:gd name="T19" fmla="*/ 47 h 49"/>
                <a:gd name="T20" fmla="*/ 9 w 52"/>
                <a:gd name="T21" fmla="*/ 48 h 49"/>
                <a:gd name="T22" fmla="*/ 11 w 52"/>
                <a:gd name="T23" fmla="*/ 49 h 49"/>
                <a:gd name="T24" fmla="*/ 15 w 52"/>
                <a:gd name="T25" fmla="*/ 49 h 49"/>
                <a:gd name="T26" fmla="*/ 18 w 52"/>
                <a:gd name="T27" fmla="*/ 49 h 49"/>
                <a:gd name="T28" fmla="*/ 20 w 52"/>
                <a:gd name="T29" fmla="*/ 48 h 49"/>
                <a:gd name="T30" fmla="*/ 23 w 52"/>
                <a:gd name="T31" fmla="*/ 47 h 49"/>
                <a:gd name="T32" fmla="*/ 25 w 52"/>
                <a:gd name="T33" fmla="*/ 45 h 49"/>
                <a:gd name="T34" fmla="*/ 52 w 52"/>
                <a:gd name="T35" fmla="*/ 18 h 49"/>
                <a:gd name="T36" fmla="*/ 39 w 52"/>
                <a:gd name="T37" fmla="*/ 9 h 49"/>
                <a:gd name="T38" fmla="*/ 26 w 52"/>
                <a:gd name="T39" fmla="*/ 0 h 49"/>
                <a:gd name="T40" fmla="*/ 4 w 52"/>
                <a:gd name="T41" fmla="*/ 2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" h="49">
                  <a:moveTo>
                    <a:pt x="4" y="23"/>
                  </a:moveTo>
                  <a:lnTo>
                    <a:pt x="2" y="25"/>
                  </a:lnTo>
                  <a:lnTo>
                    <a:pt x="1" y="28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1" y="40"/>
                  </a:lnTo>
                  <a:lnTo>
                    <a:pt x="2" y="43"/>
                  </a:lnTo>
                  <a:lnTo>
                    <a:pt x="4" y="45"/>
                  </a:lnTo>
                  <a:lnTo>
                    <a:pt x="6" y="47"/>
                  </a:lnTo>
                  <a:lnTo>
                    <a:pt x="9" y="48"/>
                  </a:lnTo>
                  <a:lnTo>
                    <a:pt x="11" y="49"/>
                  </a:lnTo>
                  <a:lnTo>
                    <a:pt x="15" y="49"/>
                  </a:lnTo>
                  <a:lnTo>
                    <a:pt x="18" y="49"/>
                  </a:lnTo>
                  <a:lnTo>
                    <a:pt x="20" y="48"/>
                  </a:lnTo>
                  <a:lnTo>
                    <a:pt x="23" y="47"/>
                  </a:lnTo>
                  <a:lnTo>
                    <a:pt x="25" y="45"/>
                  </a:lnTo>
                  <a:lnTo>
                    <a:pt x="52" y="18"/>
                  </a:lnTo>
                  <a:lnTo>
                    <a:pt x="39" y="9"/>
                  </a:lnTo>
                  <a:lnTo>
                    <a:pt x="26" y="0"/>
                  </a:lnTo>
                  <a:lnTo>
                    <a:pt x="4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4462">
              <a:extLst>
                <a:ext uri="{FF2B5EF4-FFF2-40B4-BE49-F238E27FC236}">
                  <a16:creationId xmlns:a16="http://schemas.microsoft.com/office/drawing/2014/main" id="{5C0F049E-6249-4E8B-88BF-562BB8BBD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760" y="4464754"/>
              <a:ext cx="19050" cy="17463"/>
            </a:xfrm>
            <a:custGeom>
              <a:avLst/>
              <a:gdLst>
                <a:gd name="T0" fmla="*/ 24 w 61"/>
                <a:gd name="T1" fmla="*/ 0 h 59"/>
                <a:gd name="T2" fmla="*/ 12 w 61"/>
                <a:gd name="T3" fmla="*/ 9 h 59"/>
                <a:gd name="T4" fmla="*/ 0 w 61"/>
                <a:gd name="T5" fmla="*/ 18 h 59"/>
                <a:gd name="T6" fmla="*/ 36 w 61"/>
                <a:gd name="T7" fmla="*/ 55 h 59"/>
                <a:gd name="T8" fmla="*/ 39 w 61"/>
                <a:gd name="T9" fmla="*/ 57 h 59"/>
                <a:gd name="T10" fmla="*/ 41 w 61"/>
                <a:gd name="T11" fmla="*/ 58 h 59"/>
                <a:gd name="T12" fmla="*/ 44 w 61"/>
                <a:gd name="T13" fmla="*/ 59 h 59"/>
                <a:gd name="T14" fmla="*/ 46 w 61"/>
                <a:gd name="T15" fmla="*/ 59 h 59"/>
                <a:gd name="T16" fmla="*/ 49 w 61"/>
                <a:gd name="T17" fmla="*/ 59 h 59"/>
                <a:gd name="T18" fmla="*/ 53 w 61"/>
                <a:gd name="T19" fmla="*/ 58 h 59"/>
                <a:gd name="T20" fmla="*/ 55 w 61"/>
                <a:gd name="T21" fmla="*/ 57 h 59"/>
                <a:gd name="T22" fmla="*/ 57 w 61"/>
                <a:gd name="T23" fmla="*/ 55 h 59"/>
                <a:gd name="T24" fmla="*/ 59 w 61"/>
                <a:gd name="T25" fmla="*/ 53 h 59"/>
                <a:gd name="T26" fmla="*/ 60 w 61"/>
                <a:gd name="T27" fmla="*/ 50 h 59"/>
                <a:gd name="T28" fmla="*/ 61 w 61"/>
                <a:gd name="T29" fmla="*/ 47 h 59"/>
                <a:gd name="T30" fmla="*/ 61 w 61"/>
                <a:gd name="T31" fmla="*/ 43 h 59"/>
                <a:gd name="T32" fmla="*/ 61 w 61"/>
                <a:gd name="T33" fmla="*/ 41 h 59"/>
                <a:gd name="T34" fmla="*/ 60 w 61"/>
                <a:gd name="T35" fmla="*/ 38 h 59"/>
                <a:gd name="T36" fmla="*/ 59 w 61"/>
                <a:gd name="T37" fmla="*/ 35 h 59"/>
                <a:gd name="T38" fmla="*/ 57 w 61"/>
                <a:gd name="T39" fmla="*/ 33 h 59"/>
                <a:gd name="T40" fmla="*/ 24 w 61"/>
                <a:gd name="T4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" h="59">
                  <a:moveTo>
                    <a:pt x="24" y="0"/>
                  </a:moveTo>
                  <a:lnTo>
                    <a:pt x="12" y="9"/>
                  </a:lnTo>
                  <a:lnTo>
                    <a:pt x="0" y="18"/>
                  </a:lnTo>
                  <a:lnTo>
                    <a:pt x="36" y="55"/>
                  </a:lnTo>
                  <a:lnTo>
                    <a:pt x="39" y="57"/>
                  </a:lnTo>
                  <a:lnTo>
                    <a:pt x="41" y="58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9" y="59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7" y="55"/>
                  </a:lnTo>
                  <a:lnTo>
                    <a:pt x="59" y="53"/>
                  </a:lnTo>
                  <a:lnTo>
                    <a:pt x="60" y="50"/>
                  </a:lnTo>
                  <a:lnTo>
                    <a:pt x="61" y="47"/>
                  </a:lnTo>
                  <a:lnTo>
                    <a:pt x="61" y="43"/>
                  </a:lnTo>
                  <a:lnTo>
                    <a:pt x="61" y="41"/>
                  </a:lnTo>
                  <a:lnTo>
                    <a:pt x="60" y="38"/>
                  </a:lnTo>
                  <a:lnTo>
                    <a:pt x="59" y="35"/>
                  </a:lnTo>
                  <a:lnTo>
                    <a:pt x="57" y="33"/>
                  </a:lnTo>
                  <a:lnTo>
                    <a:pt x="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4463">
              <a:extLst>
                <a:ext uri="{FF2B5EF4-FFF2-40B4-BE49-F238E27FC236}">
                  <a16:creationId xmlns:a16="http://schemas.microsoft.com/office/drawing/2014/main" id="{7D56D959-F061-44AD-B765-620988DAF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22" y="4212342"/>
              <a:ext cx="93663" cy="90488"/>
            </a:xfrm>
            <a:custGeom>
              <a:avLst/>
              <a:gdLst>
                <a:gd name="T0" fmla="*/ 286 w 291"/>
                <a:gd name="T1" fmla="*/ 91 h 283"/>
                <a:gd name="T2" fmla="*/ 276 w 291"/>
                <a:gd name="T3" fmla="*/ 70 h 283"/>
                <a:gd name="T4" fmla="*/ 262 w 291"/>
                <a:gd name="T5" fmla="*/ 52 h 283"/>
                <a:gd name="T6" fmla="*/ 246 w 291"/>
                <a:gd name="T7" fmla="*/ 36 h 283"/>
                <a:gd name="T8" fmla="*/ 228 w 291"/>
                <a:gd name="T9" fmla="*/ 23 h 283"/>
                <a:gd name="T10" fmla="*/ 207 w 291"/>
                <a:gd name="T11" fmla="*/ 13 h 283"/>
                <a:gd name="T12" fmla="*/ 185 w 291"/>
                <a:gd name="T13" fmla="*/ 5 h 283"/>
                <a:gd name="T14" fmla="*/ 161 w 291"/>
                <a:gd name="T15" fmla="*/ 1 h 283"/>
                <a:gd name="T16" fmla="*/ 133 w 291"/>
                <a:gd name="T17" fmla="*/ 1 h 283"/>
                <a:gd name="T18" fmla="*/ 105 w 291"/>
                <a:gd name="T19" fmla="*/ 7 h 283"/>
                <a:gd name="T20" fmla="*/ 78 w 291"/>
                <a:gd name="T21" fmla="*/ 18 h 283"/>
                <a:gd name="T22" fmla="*/ 54 w 291"/>
                <a:gd name="T23" fmla="*/ 34 h 283"/>
                <a:gd name="T24" fmla="*/ 34 w 291"/>
                <a:gd name="T25" fmla="*/ 54 h 283"/>
                <a:gd name="T26" fmla="*/ 18 w 291"/>
                <a:gd name="T27" fmla="*/ 79 h 283"/>
                <a:gd name="T28" fmla="*/ 6 w 291"/>
                <a:gd name="T29" fmla="*/ 106 h 283"/>
                <a:gd name="T30" fmla="*/ 1 w 291"/>
                <a:gd name="T31" fmla="*/ 135 h 283"/>
                <a:gd name="T32" fmla="*/ 0 w 291"/>
                <a:gd name="T33" fmla="*/ 160 h 283"/>
                <a:gd name="T34" fmla="*/ 3 w 291"/>
                <a:gd name="T35" fmla="*/ 182 h 283"/>
                <a:gd name="T36" fmla="*/ 8 w 291"/>
                <a:gd name="T37" fmla="*/ 201 h 283"/>
                <a:gd name="T38" fmla="*/ 17 w 291"/>
                <a:gd name="T39" fmla="*/ 220 h 283"/>
                <a:gd name="T40" fmla="*/ 28 w 291"/>
                <a:gd name="T41" fmla="*/ 237 h 283"/>
                <a:gd name="T42" fmla="*/ 40 w 291"/>
                <a:gd name="T43" fmla="*/ 252 h 283"/>
                <a:gd name="T44" fmla="*/ 55 w 291"/>
                <a:gd name="T45" fmla="*/ 266 h 283"/>
                <a:gd name="T46" fmla="*/ 71 w 291"/>
                <a:gd name="T47" fmla="*/ 278 h 283"/>
                <a:gd name="T48" fmla="*/ 90 w 291"/>
                <a:gd name="T49" fmla="*/ 267 h 283"/>
                <a:gd name="T50" fmla="*/ 110 w 291"/>
                <a:gd name="T51" fmla="*/ 238 h 283"/>
                <a:gd name="T52" fmla="*/ 131 w 291"/>
                <a:gd name="T53" fmla="*/ 212 h 283"/>
                <a:gd name="T54" fmla="*/ 156 w 291"/>
                <a:gd name="T55" fmla="*/ 186 h 283"/>
                <a:gd name="T56" fmla="*/ 183 w 291"/>
                <a:gd name="T57" fmla="*/ 163 h 283"/>
                <a:gd name="T58" fmla="*/ 212 w 291"/>
                <a:gd name="T59" fmla="*/ 142 h 283"/>
                <a:gd name="T60" fmla="*/ 242 w 291"/>
                <a:gd name="T61" fmla="*/ 124 h 283"/>
                <a:gd name="T62" fmla="*/ 274 w 291"/>
                <a:gd name="T63" fmla="*/ 109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1" h="283">
                  <a:moveTo>
                    <a:pt x="291" y="102"/>
                  </a:moveTo>
                  <a:lnTo>
                    <a:pt x="286" y="91"/>
                  </a:lnTo>
                  <a:lnTo>
                    <a:pt x="281" y="81"/>
                  </a:lnTo>
                  <a:lnTo>
                    <a:pt x="276" y="70"/>
                  </a:lnTo>
                  <a:lnTo>
                    <a:pt x="269" y="62"/>
                  </a:lnTo>
                  <a:lnTo>
                    <a:pt x="262" y="52"/>
                  </a:lnTo>
                  <a:lnTo>
                    <a:pt x="254" y="44"/>
                  </a:lnTo>
                  <a:lnTo>
                    <a:pt x="246" y="36"/>
                  </a:lnTo>
                  <a:lnTo>
                    <a:pt x="237" y="30"/>
                  </a:lnTo>
                  <a:lnTo>
                    <a:pt x="228" y="23"/>
                  </a:lnTo>
                  <a:lnTo>
                    <a:pt x="217" y="17"/>
                  </a:lnTo>
                  <a:lnTo>
                    <a:pt x="207" y="13"/>
                  </a:lnTo>
                  <a:lnTo>
                    <a:pt x="196" y="8"/>
                  </a:lnTo>
                  <a:lnTo>
                    <a:pt x="185" y="5"/>
                  </a:lnTo>
                  <a:lnTo>
                    <a:pt x="173" y="2"/>
                  </a:lnTo>
                  <a:lnTo>
                    <a:pt x="161" y="1"/>
                  </a:lnTo>
                  <a:lnTo>
                    <a:pt x="149" y="0"/>
                  </a:lnTo>
                  <a:lnTo>
                    <a:pt x="133" y="1"/>
                  </a:lnTo>
                  <a:lnTo>
                    <a:pt x="120" y="3"/>
                  </a:lnTo>
                  <a:lnTo>
                    <a:pt x="105" y="7"/>
                  </a:lnTo>
                  <a:lnTo>
                    <a:pt x="91" y="12"/>
                  </a:lnTo>
                  <a:lnTo>
                    <a:pt x="78" y="18"/>
                  </a:lnTo>
                  <a:lnTo>
                    <a:pt x="66" y="25"/>
                  </a:lnTo>
                  <a:lnTo>
                    <a:pt x="54" y="34"/>
                  </a:lnTo>
                  <a:lnTo>
                    <a:pt x="44" y="45"/>
                  </a:lnTo>
                  <a:lnTo>
                    <a:pt x="34" y="54"/>
                  </a:lnTo>
                  <a:lnTo>
                    <a:pt x="25" y="66"/>
                  </a:lnTo>
                  <a:lnTo>
                    <a:pt x="18" y="79"/>
                  </a:lnTo>
                  <a:lnTo>
                    <a:pt x="11" y="92"/>
                  </a:lnTo>
                  <a:lnTo>
                    <a:pt x="6" y="106"/>
                  </a:lnTo>
                  <a:lnTo>
                    <a:pt x="3" y="120"/>
                  </a:lnTo>
                  <a:lnTo>
                    <a:pt x="1" y="135"/>
                  </a:lnTo>
                  <a:lnTo>
                    <a:pt x="0" y="150"/>
                  </a:lnTo>
                  <a:lnTo>
                    <a:pt x="0" y="160"/>
                  </a:lnTo>
                  <a:lnTo>
                    <a:pt x="1" y="171"/>
                  </a:lnTo>
                  <a:lnTo>
                    <a:pt x="3" y="182"/>
                  </a:lnTo>
                  <a:lnTo>
                    <a:pt x="5" y="191"/>
                  </a:lnTo>
                  <a:lnTo>
                    <a:pt x="8" y="201"/>
                  </a:lnTo>
                  <a:lnTo>
                    <a:pt x="13" y="211"/>
                  </a:lnTo>
                  <a:lnTo>
                    <a:pt x="17" y="220"/>
                  </a:lnTo>
                  <a:lnTo>
                    <a:pt x="22" y="229"/>
                  </a:lnTo>
                  <a:lnTo>
                    <a:pt x="28" y="237"/>
                  </a:lnTo>
                  <a:lnTo>
                    <a:pt x="34" y="245"/>
                  </a:lnTo>
                  <a:lnTo>
                    <a:pt x="40" y="252"/>
                  </a:lnTo>
                  <a:lnTo>
                    <a:pt x="48" y="260"/>
                  </a:lnTo>
                  <a:lnTo>
                    <a:pt x="55" y="266"/>
                  </a:lnTo>
                  <a:lnTo>
                    <a:pt x="63" y="273"/>
                  </a:lnTo>
                  <a:lnTo>
                    <a:pt x="71" y="278"/>
                  </a:lnTo>
                  <a:lnTo>
                    <a:pt x="81" y="283"/>
                  </a:lnTo>
                  <a:lnTo>
                    <a:pt x="90" y="267"/>
                  </a:lnTo>
                  <a:lnTo>
                    <a:pt x="99" y="253"/>
                  </a:lnTo>
                  <a:lnTo>
                    <a:pt x="110" y="238"/>
                  </a:lnTo>
                  <a:lnTo>
                    <a:pt x="121" y="224"/>
                  </a:lnTo>
                  <a:lnTo>
                    <a:pt x="131" y="212"/>
                  </a:lnTo>
                  <a:lnTo>
                    <a:pt x="144" y="199"/>
                  </a:lnTo>
                  <a:lnTo>
                    <a:pt x="156" y="186"/>
                  </a:lnTo>
                  <a:lnTo>
                    <a:pt x="169" y="174"/>
                  </a:lnTo>
                  <a:lnTo>
                    <a:pt x="183" y="163"/>
                  </a:lnTo>
                  <a:lnTo>
                    <a:pt x="197" y="153"/>
                  </a:lnTo>
                  <a:lnTo>
                    <a:pt x="212" y="142"/>
                  </a:lnTo>
                  <a:lnTo>
                    <a:pt x="227" y="133"/>
                  </a:lnTo>
                  <a:lnTo>
                    <a:pt x="242" y="124"/>
                  </a:lnTo>
                  <a:lnTo>
                    <a:pt x="258" y="116"/>
                  </a:lnTo>
                  <a:lnTo>
                    <a:pt x="274" y="109"/>
                  </a:lnTo>
                  <a:lnTo>
                    <a:pt x="291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4464">
              <a:extLst>
                <a:ext uri="{FF2B5EF4-FFF2-40B4-BE49-F238E27FC236}">
                  <a16:creationId xmlns:a16="http://schemas.microsoft.com/office/drawing/2014/main" id="{61F6550A-DE9F-49BE-BC2F-1FDA5EF69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710" y="4212342"/>
              <a:ext cx="93663" cy="93663"/>
            </a:xfrm>
            <a:custGeom>
              <a:avLst/>
              <a:gdLst>
                <a:gd name="T0" fmla="*/ 132 w 293"/>
                <a:gd name="T1" fmla="*/ 1 h 293"/>
                <a:gd name="T2" fmla="*/ 106 w 293"/>
                <a:gd name="T3" fmla="*/ 5 h 293"/>
                <a:gd name="T4" fmla="*/ 84 w 293"/>
                <a:gd name="T5" fmla="*/ 14 h 293"/>
                <a:gd name="T6" fmla="*/ 62 w 293"/>
                <a:gd name="T7" fmla="*/ 25 h 293"/>
                <a:gd name="T8" fmla="*/ 43 w 293"/>
                <a:gd name="T9" fmla="*/ 40 h 293"/>
                <a:gd name="T10" fmla="*/ 27 w 293"/>
                <a:gd name="T11" fmla="*/ 58 h 293"/>
                <a:gd name="T12" fmla="*/ 13 w 293"/>
                <a:gd name="T13" fmla="*/ 78 h 293"/>
                <a:gd name="T14" fmla="*/ 3 w 293"/>
                <a:gd name="T15" fmla="*/ 100 h 293"/>
                <a:gd name="T16" fmla="*/ 15 w 293"/>
                <a:gd name="T17" fmla="*/ 120 h 293"/>
                <a:gd name="T18" fmla="*/ 44 w 293"/>
                <a:gd name="T19" fmla="*/ 137 h 293"/>
                <a:gd name="T20" fmla="*/ 71 w 293"/>
                <a:gd name="T21" fmla="*/ 156 h 293"/>
                <a:gd name="T22" fmla="*/ 96 w 293"/>
                <a:gd name="T23" fmla="*/ 176 h 293"/>
                <a:gd name="T24" fmla="*/ 121 w 293"/>
                <a:gd name="T25" fmla="*/ 200 h 293"/>
                <a:gd name="T26" fmla="*/ 142 w 293"/>
                <a:gd name="T27" fmla="*/ 224 h 293"/>
                <a:gd name="T28" fmla="*/ 163 w 293"/>
                <a:gd name="T29" fmla="*/ 250 h 293"/>
                <a:gd name="T30" fmla="*/ 180 w 293"/>
                <a:gd name="T31" fmla="*/ 279 h 293"/>
                <a:gd name="T32" fmla="*/ 199 w 293"/>
                <a:gd name="T33" fmla="*/ 290 h 293"/>
                <a:gd name="T34" fmla="*/ 221 w 293"/>
                <a:gd name="T35" fmla="*/ 279 h 293"/>
                <a:gd name="T36" fmla="*/ 240 w 293"/>
                <a:gd name="T37" fmla="*/ 265 h 293"/>
                <a:gd name="T38" fmla="*/ 257 w 293"/>
                <a:gd name="T39" fmla="*/ 249 h 293"/>
                <a:gd name="T40" fmla="*/ 271 w 293"/>
                <a:gd name="T41" fmla="*/ 230 h 293"/>
                <a:gd name="T42" fmla="*/ 282 w 293"/>
                <a:gd name="T43" fmla="*/ 209 h 293"/>
                <a:gd name="T44" fmla="*/ 289 w 293"/>
                <a:gd name="T45" fmla="*/ 186 h 293"/>
                <a:gd name="T46" fmla="*/ 293 w 293"/>
                <a:gd name="T47" fmla="*/ 162 h 293"/>
                <a:gd name="T48" fmla="*/ 293 w 293"/>
                <a:gd name="T49" fmla="*/ 135 h 293"/>
                <a:gd name="T50" fmla="*/ 287 w 293"/>
                <a:gd name="T51" fmla="*/ 106 h 293"/>
                <a:gd name="T52" fmla="*/ 276 w 293"/>
                <a:gd name="T53" fmla="*/ 79 h 293"/>
                <a:gd name="T54" fmla="*/ 260 w 293"/>
                <a:gd name="T55" fmla="*/ 54 h 293"/>
                <a:gd name="T56" fmla="*/ 240 w 293"/>
                <a:gd name="T57" fmla="*/ 34 h 293"/>
                <a:gd name="T58" fmla="*/ 215 w 293"/>
                <a:gd name="T59" fmla="*/ 18 h 293"/>
                <a:gd name="T60" fmla="*/ 188 w 293"/>
                <a:gd name="T61" fmla="*/ 7 h 293"/>
                <a:gd name="T62" fmla="*/ 160 w 293"/>
                <a:gd name="T63" fmla="*/ 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3" h="293">
                  <a:moveTo>
                    <a:pt x="145" y="0"/>
                  </a:moveTo>
                  <a:lnTo>
                    <a:pt x="132" y="1"/>
                  </a:lnTo>
                  <a:lnTo>
                    <a:pt x="119" y="3"/>
                  </a:lnTo>
                  <a:lnTo>
                    <a:pt x="106" y="5"/>
                  </a:lnTo>
                  <a:lnTo>
                    <a:pt x="94" y="8"/>
                  </a:lnTo>
                  <a:lnTo>
                    <a:pt x="84" y="14"/>
                  </a:lnTo>
                  <a:lnTo>
                    <a:pt x="72" y="19"/>
                  </a:lnTo>
                  <a:lnTo>
                    <a:pt x="62" y="25"/>
                  </a:lnTo>
                  <a:lnTo>
                    <a:pt x="53" y="32"/>
                  </a:lnTo>
                  <a:lnTo>
                    <a:pt x="43" y="40"/>
                  </a:lnTo>
                  <a:lnTo>
                    <a:pt x="34" y="49"/>
                  </a:lnTo>
                  <a:lnTo>
                    <a:pt x="27" y="58"/>
                  </a:lnTo>
                  <a:lnTo>
                    <a:pt x="19" y="68"/>
                  </a:lnTo>
                  <a:lnTo>
                    <a:pt x="13" y="78"/>
                  </a:lnTo>
                  <a:lnTo>
                    <a:pt x="8" y="90"/>
                  </a:lnTo>
                  <a:lnTo>
                    <a:pt x="3" y="100"/>
                  </a:lnTo>
                  <a:lnTo>
                    <a:pt x="0" y="112"/>
                  </a:lnTo>
                  <a:lnTo>
                    <a:pt x="15" y="120"/>
                  </a:lnTo>
                  <a:lnTo>
                    <a:pt x="29" y="128"/>
                  </a:lnTo>
                  <a:lnTo>
                    <a:pt x="44" y="137"/>
                  </a:lnTo>
                  <a:lnTo>
                    <a:pt x="58" y="146"/>
                  </a:lnTo>
                  <a:lnTo>
                    <a:pt x="71" y="156"/>
                  </a:lnTo>
                  <a:lnTo>
                    <a:pt x="84" y="166"/>
                  </a:lnTo>
                  <a:lnTo>
                    <a:pt x="96" y="176"/>
                  </a:lnTo>
                  <a:lnTo>
                    <a:pt x="109" y="188"/>
                  </a:lnTo>
                  <a:lnTo>
                    <a:pt x="121" y="200"/>
                  </a:lnTo>
                  <a:lnTo>
                    <a:pt x="132" y="212"/>
                  </a:lnTo>
                  <a:lnTo>
                    <a:pt x="142" y="224"/>
                  </a:lnTo>
                  <a:lnTo>
                    <a:pt x="153" y="237"/>
                  </a:lnTo>
                  <a:lnTo>
                    <a:pt x="163" y="250"/>
                  </a:lnTo>
                  <a:lnTo>
                    <a:pt x="171" y="264"/>
                  </a:lnTo>
                  <a:lnTo>
                    <a:pt x="180" y="279"/>
                  </a:lnTo>
                  <a:lnTo>
                    <a:pt x="188" y="293"/>
                  </a:lnTo>
                  <a:lnTo>
                    <a:pt x="199" y="290"/>
                  </a:lnTo>
                  <a:lnTo>
                    <a:pt x="211" y="284"/>
                  </a:lnTo>
                  <a:lnTo>
                    <a:pt x="221" y="279"/>
                  </a:lnTo>
                  <a:lnTo>
                    <a:pt x="230" y="273"/>
                  </a:lnTo>
                  <a:lnTo>
                    <a:pt x="240" y="265"/>
                  </a:lnTo>
                  <a:lnTo>
                    <a:pt x="248" y="258"/>
                  </a:lnTo>
                  <a:lnTo>
                    <a:pt x="257" y="249"/>
                  </a:lnTo>
                  <a:lnTo>
                    <a:pt x="264" y="239"/>
                  </a:lnTo>
                  <a:lnTo>
                    <a:pt x="271" y="230"/>
                  </a:lnTo>
                  <a:lnTo>
                    <a:pt x="276" y="220"/>
                  </a:lnTo>
                  <a:lnTo>
                    <a:pt x="282" y="209"/>
                  </a:lnTo>
                  <a:lnTo>
                    <a:pt x="286" y="198"/>
                  </a:lnTo>
                  <a:lnTo>
                    <a:pt x="289" y="186"/>
                  </a:lnTo>
                  <a:lnTo>
                    <a:pt x="292" y="174"/>
                  </a:lnTo>
                  <a:lnTo>
                    <a:pt x="293" y="162"/>
                  </a:lnTo>
                  <a:lnTo>
                    <a:pt x="293" y="150"/>
                  </a:lnTo>
                  <a:lnTo>
                    <a:pt x="293" y="135"/>
                  </a:lnTo>
                  <a:lnTo>
                    <a:pt x="291" y="120"/>
                  </a:lnTo>
                  <a:lnTo>
                    <a:pt x="287" y="106"/>
                  </a:lnTo>
                  <a:lnTo>
                    <a:pt x="282" y="92"/>
                  </a:lnTo>
                  <a:lnTo>
                    <a:pt x="276" y="79"/>
                  </a:lnTo>
                  <a:lnTo>
                    <a:pt x="269" y="66"/>
                  </a:lnTo>
                  <a:lnTo>
                    <a:pt x="260" y="54"/>
                  </a:lnTo>
                  <a:lnTo>
                    <a:pt x="249" y="45"/>
                  </a:lnTo>
                  <a:lnTo>
                    <a:pt x="240" y="34"/>
                  </a:lnTo>
                  <a:lnTo>
                    <a:pt x="228" y="25"/>
                  </a:lnTo>
                  <a:lnTo>
                    <a:pt x="215" y="18"/>
                  </a:lnTo>
                  <a:lnTo>
                    <a:pt x="202" y="12"/>
                  </a:lnTo>
                  <a:lnTo>
                    <a:pt x="188" y="7"/>
                  </a:lnTo>
                  <a:lnTo>
                    <a:pt x="175" y="3"/>
                  </a:lnTo>
                  <a:lnTo>
                    <a:pt x="160" y="1"/>
                  </a:lnTo>
                  <a:lnTo>
                    <a:pt x="1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4465">
              <a:extLst>
                <a:ext uri="{FF2B5EF4-FFF2-40B4-BE49-F238E27FC236}">
                  <a16:creationId xmlns:a16="http://schemas.microsoft.com/office/drawing/2014/main" id="{7AF3F264-B865-48CF-AF69-966E32D160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672" y="4245679"/>
              <a:ext cx="238125" cy="236538"/>
            </a:xfrm>
            <a:custGeom>
              <a:avLst/>
              <a:gdLst>
                <a:gd name="T0" fmla="*/ 418 w 748"/>
                <a:gd name="T1" fmla="*/ 394 h 747"/>
                <a:gd name="T2" fmla="*/ 413 w 748"/>
                <a:gd name="T3" fmla="*/ 401 h 747"/>
                <a:gd name="T4" fmla="*/ 404 w 748"/>
                <a:gd name="T5" fmla="*/ 404 h 747"/>
                <a:gd name="T6" fmla="*/ 248 w 748"/>
                <a:gd name="T7" fmla="*/ 403 h 747"/>
                <a:gd name="T8" fmla="*/ 241 w 748"/>
                <a:gd name="T9" fmla="*/ 398 h 747"/>
                <a:gd name="T10" fmla="*/ 238 w 748"/>
                <a:gd name="T11" fmla="*/ 389 h 747"/>
                <a:gd name="T12" fmla="*/ 241 w 748"/>
                <a:gd name="T13" fmla="*/ 380 h 747"/>
                <a:gd name="T14" fmla="*/ 248 w 748"/>
                <a:gd name="T15" fmla="*/ 375 h 747"/>
                <a:gd name="T16" fmla="*/ 389 w 748"/>
                <a:gd name="T17" fmla="*/ 374 h 747"/>
                <a:gd name="T18" fmla="*/ 391 w 748"/>
                <a:gd name="T19" fmla="*/ 160 h 747"/>
                <a:gd name="T20" fmla="*/ 397 w 748"/>
                <a:gd name="T21" fmla="*/ 154 h 747"/>
                <a:gd name="T22" fmla="*/ 404 w 748"/>
                <a:gd name="T23" fmla="*/ 150 h 747"/>
                <a:gd name="T24" fmla="*/ 413 w 748"/>
                <a:gd name="T25" fmla="*/ 154 h 747"/>
                <a:gd name="T26" fmla="*/ 418 w 748"/>
                <a:gd name="T27" fmla="*/ 160 h 747"/>
                <a:gd name="T28" fmla="*/ 419 w 748"/>
                <a:gd name="T29" fmla="*/ 389 h 747"/>
                <a:gd name="T30" fmla="*/ 336 w 748"/>
                <a:gd name="T31" fmla="*/ 2 h 747"/>
                <a:gd name="T32" fmla="*/ 280 w 748"/>
                <a:gd name="T33" fmla="*/ 11 h 747"/>
                <a:gd name="T34" fmla="*/ 228 w 748"/>
                <a:gd name="T35" fmla="*/ 30 h 747"/>
                <a:gd name="T36" fmla="*/ 179 w 748"/>
                <a:gd name="T37" fmla="*/ 54 h 747"/>
                <a:gd name="T38" fmla="*/ 136 w 748"/>
                <a:gd name="T39" fmla="*/ 86 h 747"/>
                <a:gd name="T40" fmla="*/ 97 w 748"/>
                <a:gd name="T41" fmla="*/ 123 h 747"/>
                <a:gd name="T42" fmla="*/ 64 w 748"/>
                <a:gd name="T43" fmla="*/ 165 h 747"/>
                <a:gd name="T44" fmla="*/ 36 w 748"/>
                <a:gd name="T45" fmla="*/ 212 h 747"/>
                <a:gd name="T46" fmla="*/ 17 w 748"/>
                <a:gd name="T47" fmla="*/ 263 h 747"/>
                <a:gd name="T48" fmla="*/ 4 w 748"/>
                <a:gd name="T49" fmla="*/ 317 h 747"/>
                <a:gd name="T50" fmla="*/ 0 w 748"/>
                <a:gd name="T51" fmla="*/ 374 h 747"/>
                <a:gd name="T52" fmla="*/ 4 w 748"/>
                <a:gd name="T53" fmla="*/ 431 h 747"/>
                <a:gd name="T54" fmla="*/ 17 w 748"/>
                <a:gd name="T55" fmla="*/ 485 h 747"/>
                <a:gd name="T56" fmla="*/ 36 w 748"/>
                <a:gd name="T57" fmla="*/ 536 h 747"/>
                <a:gd name="T58" fmla="*/ 64 w 748"/>
                <a:gd name="T59" fmla="*/ 583 h 747"/>
                <a:gd name="T60" fmla="*/ 97 w 748"/>
                <a:gd name="T61" fmla="*/ 625 h 747"/>
                <a:gd name="T62" fmla="*/ 136 w 748"/>
                <a:gd name="T63" fmla="*/ 662 h 747"/>
                <a:gd name="T64" fmla="*/ 179 w 748"/>
                <a:gd name="T65" fmla="*/ 694 h 747"/>
                <a:gd name="T66" fmla="*/ 228 w 748"/>
                <a:gd name="T67" fmla="*/ 719 h 747"/>
                <a:gd name="T68" fmla="*/ 280 w 748"/>
                <a:gd name="T69" fmla="*/ 736 h 747"/>
                <a:gd name="T70" fmla="*/ 336 w 748"/>
                <a:gd name="T71" fmla="*/ 745 h 747"/>
                <a:gd name="T72" fmla="*/ 392 w 748"/>
                <a:gd name="T73" fmla="*/ 747 h 747"/>
                <a:gd name="T74" fmla="*/ 449 w 748"/>
                <a:gd name="T75" fmla="*/ 740 h 747"/>
                <a:gd name="T76" fmla="*/ 501 w 748"/>
                <a:gd name="T77" fmla="*/ 725 h 747"/>
                <a:gd name="T78" fmla="*/ 552 w 748"/>
                <a:gd name="T79" fmla="*/ 702 h 747"/>
                <a:gd name="T80" fmla="*/ 597 w 748"/>
                <a:gd name="T81" fmla="*/ 674 h 747"/>
                <a:gd name="T82" fmla="*/ 637 w 748"/>
                <a:gd name="T83" fmla="*/ 638 h 747"/>
                <a:gd name="T84" fmla="*/ 673 w 748"/>
                <a:gd name="T85" fmla="*/ 598 h 747"/>
                <a:gd name="T86" fmla="*/ 702 w 748"/>
                <a:gd name="T87" fmla="*/ 552 h 747"/>
                <a:gd name="T88" fmla="*/ 724 w 748"/>
                <a:gd name="T89" fmla="*/ 502 h 747"/>
                <a:gd name="T90" fmla="*/ 739 w 748"/>
                <a:gd name="T91" fmla="*/ 449 h 747"/>
                <a:gd name="T92" fmla="*/ 746 w 748"/>
                <a:gd name="T93" fmla="*/ 393 h 747"/>
                <a:gd name="T94" fmla="*/ 745 w 748"/>
                <a:gd name="T95" fmla="*/ 336 h 747"/>
                <a:gd name="T96" fmla="*/ 736 w 748"/>
                <a:gd name="T97" fmla="*/ 281 h 747"/>
                <a:gd name="T98" fmla="*/ 718 w 748"/>
                <a:gd name="T99" fmla="*/ 229 h 747"/>
                <a:gd name="T100" fmla="*/ 693 w 748"/>
                <a:gd name="T101" fmla="*/ 180 h 747"/>
                <a:gd name="T102" fmla="*/ 662 w 748"/>
                <a:gd name="T103" fmla="*/ 137 h 747"/>
                <a:gd name="T104" fmla="*/ 624 w 748"/>
                <a:gd name="T105" fmla="*/ 98 h 747"/>
                <a:gd name="T106" fmla="*/ 582 w 748"/>
                <a:gd name="T107" fmla="*/ 64 h 747"/>
                <a:gd name="T108" fmla="*/ 536 w 748"/>
                <a:gd name="T109" fmla="*/ 37 h 747"/>
                <a:gd name="T110" fmla="*/ 484 w 748"/>
                <a:gd name="T111" fmla="*/ 17 h 747"/>
                <a:gd name="T112" fmla="*/ 430 w 748"/>
                <a:gd name="T113" fmla="*/ 4 h 747"/>
                <a:gd name="T114" fmla="*/ 373 w 748"/>
                <a:gd name="T115" fmla="*/ 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48" h="747">
                  <a:moveTo>
                    <a:pt x="419" y="389"/>
                  </a:moveTo>
                  <a:lnTo>
                    <a:pt x="419" y="392"/>
                  </a:lnTo>
                  <a:lnTo>
                    <a:pt x="418" y="394"/>
                  </a:lnTo>
                  <a:lnTo>
                    <a:pt x="417" y="398"/>
                  </a:lnTo>
                  <a:lnTo>
                    <a:pt x="415" y="400"/>
                  </a:lnTo>
                  <a:lnTo>
                    <a:pt x="413" y="401"/>
                  </a:lnTo>
                  <a:lnTo>
                    <a:pt x="410" y="403"/>
                  </a:lnTo>
                  <a:lnTo>
                    <a:pt x="407" y="403"/>
                  </a:lnTo>
                  <a:lnTo>
                    <a:pt x="404" y="404"/>
                  </a:lnTo>
                  <a:lnTo>
                    <a:pt x="253" y="404"/>
                  </a:lnTo>
                  <a:lnTo>
                    <a:pt x="251" y="403"/>
                  </a:lnTo>
                  <a:lnTo>
                    <a:pt x="248" y="403"/>
                  </a:lnTo>
                  <a:lnTo>
                    <a:pt x="246" y="401"/>
                  </a:lnTo>
                  <a:lnTo>
                    <a:pt x="244" y="400"/>
                  </a:lnTo>
                  <a:lnTo>
                    <a:pt x="241" y="398"/>
                  </a:lnTo>
                  <a:lnTo>
                    <a:pt x="240" y="394"/>
                  </a:lnTo>
                  <a:lnTo>
                    <a:pt x="239" y="392"/>
                  </a:lnTo>
                  <a:lnTo>
                    <a:pt x="238" y="389"/>
                  </a:lnTo>
                  <a:lnTo>
                    <a:pt x="239" y="386"/>
                  </a:lnTo>
                  <a:lnTo>
                    <a:pt x="240" y="384"/>
                  </a:lnTo>
                  <a:lnTo>
                    <a:pt x="241" y="380"/>
                  </a:lnTo>
                  <a:lnTo>
                    <a:pt x="244" y="378"/>
                  </a:lnTo>
                  <a:lnTo>
                    <a:pt x="246" y="376"/>
                  </a:lnTo>
                  <a:lnTo>
                    <a:pt x="248" y="375"/>
                  </a:lnTo>
                  <a:lnTo>
                    <a:pt x="251" y="374"/>
                  </a:lnTo>
                  <a:lnTo>
                    <a:pt x="253" y="374"/>
                  </a:lnTo>
                  <a:lnTo>
                    <a:pt x="389" y="374"/>
                  </a:lnTo>
                  <a:lnTo>
                    <a:pt x="389" y="165"/>
                  </a:lnTo>
                  <a:lnTo>
                    <a:pt x="390" y="163"/>
                  </a:lnTo>
                  <a:lnTo>
                    <a:pt x="391" y="160"/>
                  </a:lnTo>
                  <a:lnTo>
                    <a:pt x="392" y="158"/>
                  </a:lnTo>
                  <a:lnTo>
                    <a:pt x="394" y="156"/>
                  </a:lnTo>
                  <a:lnTo>
                    <a:pt x="397" y="154"/>
                  </a:lnTo>
                  <a:lnTo>
                    <a:pt x="399" y="153"/>
                  </a:lnTo>
                  <a:lnTo>
                    <a:pt x="402" y="152"/>
                  </a:lnTo>
                  <a:lnTo>
                    <a:pt x="404" y="150"/>
                  </a:lnTo>
                  <a:lnTo>
                    <a:pt x="407" y="152"/>
                  </a:lnTo>
                  <a:lnTo>
                    <a:pt x="410" y="153"/>
                  </a:lnTo>
                  <a:lnTo>
                    <a:pt x="413" y="154"/>
                  </a:lnTo>
                  <a:lnTo>
                    <a:pt x="415" y="156"/>
                  </a:lnTo>
                  <a:lnTo>
                    <a:pt x="417" y="158"/>
                  </a:lnTo>
                  <a:lnTo>
                    <a:pt x="418" y="160"/>
                  </a:lnTo>
                  <a:lnTo>
                    <a:pt x="419" y="163"/>
                  </a:lnTo>
                  <a:lnTo>
                    <a:pt x="419" y="165"/>
                  </a:lnTo>
                  <a:lnTo>
                    <a:pt x="419" y="389"/>
                  </a:lnTo>
                  <a:close/>
                  <a:moveTo>
                    <a:pt x="373" y="0"/>
                  </a:moveTo>
                  <a:lnTo>
                    <a:pt x="354" y="1"/>
                  </a:lnTo>
                  <a:lnTo>
                    <a:pt x="336" y="2"/>
                  </a:lnTo>
                  <a:lnTo>
                    <a:pt x="316" y="4"/>
                  </a:lnTo>
                  <a:lnTo>
                    <a:pt x="298" y="7"/>
                  </a:lnTo>
                  <a:lnTo>
                    <a:pt x="280" y="11"/>
                  </a:lnTo>
                  <a:lnTo>
                    <a:pt x="262" y="17"/>
                  </a:lnTo>
                  <a:lnTo>
                    <a:pt x="245" y="23"/>
                  </a:lnTo>
                  <a:lnTo>
                    <a:pt x="228" y="30"/>
                  </a:lnTo>
                  <a:lnTo>
                    <a:pt x="211" y="37"/>
                  </a:lnTo>
                  <a:lnTo>
                    <a:pt x="195" y="46"/>
                  </a:lnTo>
                  <a:lnTo>
                    <a:pt x="179" y="54"/>
                  </a:lnTo>
                  <a:lnTo>
                    <a:pt x="164" y="64"/>
                  </a:lnTo>
                  <a:lnTo>
                    <a:pt x="149" y="74"/>
                  </a:lnTo>
                  <a:lnTo>
                    <a:pt x="136" y="86"/>
                  </a:lnTo>
                  <a:lnTo>
                    <a:pt x="122" y="98"/>
                  </a:lnTo>
                  <a:lnTo>
                    <a:pt x="109" y="110"/>
                  </a:lnTo>
                  <a:lnTo>
                    <a:pt x="97" y="123"/>
                  </a:lnTo>
                  <a:lnTo>
                    <a:pt x="85" y="137"/>
                  </a:lnTo>
                  <a:lnTo>
                    <a:pt x="73" y="150"/>
                  </a:lnTo>
                  <a:lnTo>
                    <a:pt x="64" y="165"/>
                  </a:lnTo>
                  <a:lnTo>
                    <a:pt x="53" y="180"/>
                  </a:lnTo>
                  <a:lnTo>
                    <a:pt x="45" y="196"/>
                  </a:lnTo>
                  <a:lnTo>
                    <a:pt x="36" y="212"/>
                  </a:lnTo>
                  <a:lnTo>
                    <a:pt x="29" y="229"/>
                  </a:lnTo>
                  <a:lnTo>
                    <a:pt x="22" y="246"/>
                  </a:lnTo>
                  <a:lnTo>
                    <a:pt x="17" y="263"/>
                  </a:lnTo>
                  <a:lnTo>
                    <a:pt x="11" y="281"/>
                  </a:lnTo>
                  <a:lnTo>
                    <a:pt x="7" y="299"/>
                  </a:lnTo>
                  <a:lnTo>
                    <a:pt x="4" y="317"/>
                  </a:lnTo>
                  <a:lnTo>
                    <a:pt x="2" y="336"/>
                  </a:lnTo>
                  <a:lnTo>
                    <a:pt x="0" y="355"/>
                  </a:lnTo>
                  <a:lnTo>
                    <a:pt x="0" y="374"/>
                  </a:lnTo>
                  <a:lnTo>
                    <a:pt x="0" y="393"/>
                  </a:lnTo>
                  <a:lnTo>
                    <a:pt x="2" y="411"/>
                  </a:lnTo>
                  <a:lnTo>
                    <a:pt x="4" y="431"/>
                  </a:lnTo>
                  <a:lnTo>
                    <a:pt x="7" y="449"/>
                  </a:lnTo>
                  <a:lnTo>
                    <a:pt x="11" y="467"/>
                  </a:lnTo>
                  <a:lnTo>
                    <a:pt x="17" y="485"/>
                  </a:lnTo>
                  <a:lnTo>
                    <a:pt x="22" y="502"/>
                  </a:lnTo>
                  <a:lnTo>
                    <a:pt x="29" y="520"/>
                  </a:lnTo>
                  <a:lnTo>
                    <a:pt x="36" y="536"/>
                  </a:lnTo>
                  <a:lnTo>
                    <a:pt x="45" y="552"/>
                  </a:lnTo>
                  <a:lnTo>
                    <a:pt x="53" y="568"/>
                  </a:lnTo>
                  <a:lnTo>
                    <a:pt x="64" y="583"/>
                  </a:lnTo>
                  <a:lnTo>
                    <a:pt x="73" y="598"/>
                  </a:lnTo>
                  <a:lnTo>
                    <a:pt x="85" y="612"/>
                  </a:lnTo>
                  <a:lnTo>
                    <a:pt x="97" y="625"/>
                  </a:lnTo>
                  <a:lnTo>
                    <a:pt x="109" y="638"/>
                  </a:lnTo>
                  <a:lnTo>
                    <a:pt x="122" y="650"/>
                  </a:lnTo>
                  <a:lnTo>
                    <a:pt x="136" y="662"/>
                  </a:lnTo>
                  <a:lnTo>
                    <a:pt x="149" y="674"/>
                  </a:lnTo>
                  <a:lnTo>
                    <a:pt x="164" y="683"/>
                  </a:lnTo>
                  <a:lnTo>
                    <a:pt x="179" y="694"/>
                  </a:lnTo>
                  <a:lnTo>
                    <a:pt x="195" y="702"/>
                  </a:lnTo>
                  <a:lnTo>
                    <a:pt x="211" y="711"/>
                  </a:lnTo>
                  <a:lnTo>
                    <a:pt x="228" y="719"/>
                  </a:lnTo>
                  <a:lnTo>
                    <a:pt x="245" y="725"/>
                  </a:lnTo>
                  <a:lnTo>
                    <a:pt x="262" y="730"/>
                  </a:lnTo>
                  <a:lnTo>
                    <a:pt x="280" y="736"/>
                  </a:lnTo>
                  <a:lnTo>
                    <a:pt x="298" y="740"/>
                  </a:lnTo>
                  <a:lnTo>
                    <a:pt x="316" y="743"/>
                  </a:lnTo>
                  <a:lnTo>
                    <a:pt x="336" y="745"/>
                  </a:lnTo>
                  <a:lnTo>
                    <a:pt x="354" y="747"/>
                  </a:lnTo>
                  <a:lnTo>
                    <a:pt x="373" y="747"/>
                  </a:lnTo>
                  <a:lnTo>
                    <a:pt x="392" y="747"/>
                  </a:lnTo>
                  <a:lnTo>
                    <a:pt x="412" y="745"/>
                  </a:lnTo>
                  <a:lnTo>
                    <a:pt x="430" y="743"/>
                  </a:lnTo>
                  <a:lnTo>
                    <a:pt x="449" y="740"/>
                  </a:lnTo>
                  <a:lnTo>
                    <a:pt x="466" y="736"/>
                  </a:lnTo>
                  <a:lnTo>
                    <a:pt x="484" y="730"/>
                  </a:lnTo>
                  <a:lnTo>
                    <a:pt x="501" y="725"/>
                  </a:lnTo>
                  <a:lnTo>
                    <a:pt x="519" y="719"/>
                  </a:lnTo>
                  <a:lnTo>
                    <a:pt x="536" y="711"/>
                  </a:lnTo>
                  <a:lnTo>
                    <a:pt x="552" y="702"/>
                  </a:lnTo>
                  <a:lnTo>
                    <a:pt x="567" y="694"/>
                  </a:lnTo>
                  <a:lnTo>
                    <a:pt x="582" y="683"/>
                  </a:lnTo>
                  <a:lnTo>
                    <a:pt x="597" y="674"/>
                  </a:lnTo>
                  <a:lnTo>
                    <a:pt x="611" y="662"/>
                  </a:lnTo>
                  <a:lnTo>
                    <a:pt x="624" y="650"/>
                  </a:lnTo>
                  <a:lnTo>
                    <a:pt x="637" y="638"/>
                  </a:lnTo>
                  <a:lnTo>
                    <a:pt x="650" y="625"/>
                  </a:lnTo>
                  <a:lnTo>
                    <a:pt x="662" y="612"/>
                  </a:lnTo>
                  <a:lnTo>
                    <a:pt x="673" y="598"/>
                  </a:lnTo>
                  <a:lnTo>
                    <a:pt x="683" y="583"/>
                  </a:lnTo>
                  <a:lnTo>
                    <a:pt x="693" y="568"/>
                  </a:lnTo>
                  <a:lnTo>
                    <a:pt x="702" y="552"/>
                  </a:lnTo>
                  <a:lnTo>
                    <a:pt x="710" y="536"/>
                  </a:lnTo>
                  <a:lnTo>
                    <a:pt x="718" y="520"/>
                  </a:lnTo>
                  <a:lnTo>
                    <a:pt x="724" y="502"/>
                  </a:lnTo>
                  <a:lnTo>
                    <a:pt x="730" y="485"/>
                  </a:lnTo>
                  <a:lnTo>
                    <a:pt x="736" y="467"/>
                  </a:lnTo>
                  <a:lnTo>
                    <a:pt x="739" y="449"/>
                  </a:lnTo>
                  <a:lnTo>
                    <a:pt x="743" y="431"/>
                  </a:lnTo>
                  <a:lnTo>
                    <a:pt x="745" y="411"/>
                  </a:lnTo>
                  <a:lnTo>
                    <a:pt x="746" y="393"/>
                  </a:lnTo>
                  <a:lnTo>
                    <a:pt x="748" y="374"/>
                  </a:lnTo>
                  <a:lnTo>
                    <a:pt x="746" y="355"/>
                  </a:lnTo>
                  <a:lnTo>
                    <a:pt x="745" y="336"/>
                  </a:lnTo>
                  <a:lnTo>
                    <a:pt x="743" y="317"/>
                  </a:lnTo>
                  <a:lnTo>
                    <a:pt x="739" y="299"/>
                  </a:lnTo>
                  <a:lnTo>
                    <a:pt x="736" y="281"/>
                  </a:lnTo>
                  <a:lnTo>
                    <a:pt x="730" y="263"/>
                  </a:lnTo>
                  <a:lnTo>
                    <a:pt x="724" y="246"/>
                  </a:lnTo>
                  <a:lnTo>
                    <a:pt x="718" y="229"/>
                  </a:lnTo>
                  <a:lnTo>
                    <a:pt x="710" y="212"/>
                  </a:lnTo>
                  <a:lnTo>
                    <a:pt x="702" y="196"/>
                  </a:lnTo>
                  <a:lnTo>
                    <a:pt x="693" y="180"/>
                  </a:lnTo>
                  <a:lnTo>
                    <a:pt x="683" y="165"/>
                  </a:lnTo>
                  <a:lnTo>
                    <a:pt x="673" y="150"/>
                  </a:lnTo>
                  <a:lnTo>
                    <a:pt x="662" y="137"/>
                  </a:lnTo>
                  <a:lnTo>
                    <a:pt x="650" y="123"/>
                  </a:lnTo>
                  <a:lnTo>
                    <a:pt x="637" y="110"/>
                  </a:lnTo>
                  <a:lnTo>
                    <a:pt x="624" y="98"/>
                  </a:lnTo>
                  <a:lnTo>
                    <a:pt x="611" y="86"/>
                  </a:lnTo>
                  <a:lnTo>
                    <a:pt x="597" y="74"/>
                  </a:lnTo>
                  <a:lnTo>
                    <a:pt x="582" y="64"/>
                  </a:lnTo>
                  <a:lnTo>
                    <a:pt x="567" y="54"/>
                  </a:lnTo>
                  <a:lnTo>
                    <a:pt x="552" y="46"/>
                  </a:lnTo>
                  <a:lnTo>
                    <a:pt x="536" y="37"/>
                  </a:lnTo>
                  <a:lnTo>
                    <a:pt x="519" y="30"/>
                  </a:lnTo>
                  <a:lnTo>
                    <a:pt x="501" y="23"/>
                  </a:lnTo>
                  <a:lnTo>
                    <a:pt x="484" y="17"/>
                  </a:lnTo>
                  <a:lnTo>
                    <a:pt x="466" y="11"/>
                  </a:lnTo>
                  <a:lnTo>
                    <a:pt x="449" y="7"/>
                  </a:lnTo>
                  <a:lnTo>
                    <a:pt x="430" y="4"/>
                  </a:lnTo>
                  <a:lnTo>
                    <a:pt x="412" y="2"/>
                  </a:lnTo>
                  <a:lnTo>
                    <a:pt x="392" y="1"/>
                  </a:lnTo>
                  <a:lnTo>
                    <a:pt x="3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5" name="TextBox 47">
            <a:extLst>
              <a:ext uri="{FF2B5EF4-FFF2-40B4-BE49-F238E27FC236}">
                <a16:creationId xmlns:a16="http://schemas.microsoft.com/office/drawing/2014/main" id="{A47DBF62-721A-4FB1-AD0A-811040ED7805}"/>
              </a:ext>
            </a:extLst>
          </p:cNvPr>
          <p:cNvSpPr txBox="1"/>
          <p:nvPr/>
        </p:nvSpPr>
        <p:spPr>
          <a:xfrm>
            <a:off x="10737056" y="5459509"/>
            <a:ext cx="1196817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CE295E"/>
                </a:solidFill>
                <a:latin typeface="+mj-lt"/>
              </a:rPr>
              <a:t>1:00 PM</a:t>
            </a:r>
          </a:p>
        </p:txBody>
      </p:sp>
      <p:graphicFrame>
        <p:nvGraphicFramePr>
          <p:cNvPr id="147" name="Chart 14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6011067"/>
              </p:ext>
            </p:extLst>
          </p:nvPr>
        </p:nvGraphicFramePr>
        <p:xfrm>
          <a:off x="1438381" y="1153220"/>
          <a:ext cx="9493883" cy="3531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77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BD90C54-A1D0-46AE-811A-7FCD71C84E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5" b="28503"/>
          <a:stretch/>
        </p:blipFill>
        <p:spPr>
          <a:xfrm>
            <a:off x="6089" y="1295400"/>
            <a:ext cx="12179822" cy="5105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0653043-9706-4A8F-99E2-518CA3BA8540}"/>
              </a:ext>
            </a:extLst>
          </p:cNvPr>
          <p:cNvSpPr/>
          <p:nvPr/>
        </p:nvSpPr>
        <p:spPr>
          <a:xfrm>
            <a:off x="0" y="1295400"/>
            <a:ext cx="12192000" cy="51054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19464-7408-4CB8-9C8D-6CAE84CA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47892"/>
            <a:ext cx="10515600" cy="498598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1D134-7BBF-451B-A631-5F4F57AB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Logo 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9828-C3DA-4597-BCE6-9ABD37A4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ED3DF7-870D-4095-B720-456252545CFA}"/>
              </a:ext>
            </a:extLst>
          </p:cNvPr>
          <p:cNvSpPr/>
          <p:nvPr/>
        </p:nvSpPr>
        <p:spPr>
          <a:xfrm>
            <a:off x="3869988" y="1690904"/>
            <a:ext cx="3683936" cy="3683936"/>
          </a:xfrm>
          <a:prstGeom prst="ellips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7930D1-D889-4C98-9307-30DD9857B31B}"/>
              </a:ext>
            </a:extLst>
          </p:cNvPr>
          <p:cNvSpPr/>
          <p:nvPr/>
        </p:nvSpPr>
        <p:spPr>
          <a:xfrm>
            <a:off x="3506513" y="3175486"/>
            <a:ext cx="714772" cy="714772"/>
          </a:xfrm>
          <a:prstGeom prst="ellipse">
            <a:avLst/>
          </a:prstGeom>
          <a:solidFill>
            <a:srgbClr val="404040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CE0B65-EA3A-426C-85CA-4043448BB9C7}"/>
              </a:ext>
            </a:extLst>
          </p:cNvPr>
          <p:cNvSpPr/>
          <p:nvPr/>
        </p:nvSpPr>
        <p:spPr>
          <a:xfrm>
            <a:off x="4341442" y="1656128"/>
            <a:ext cx="714772" cy="714772"/>
          </a:xfrm>
          <a:prstGeom prst="ellipse">
            <a:avLst/>
          </a:prstGeom>
          <a:solidFill>
            <a:srgbClr val="CE295E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5D69285-EE6C-45DF-95AC-EBA566A5FA92}"/>
              </a:ext>
            </a:extLst>
          </p:cNvPr>
          <p:cNvSpPr/>
          <p:nvPr/>
        </p:nvSpPr>
        <p:spPr>
          <a:xfrm>
            <a:off x="4341442" y="4694845"/>
            <a:ext cx="714772" cy="714772"/>
          </a:xfrm>
          <a:prstGeom prst="ellipse">
            <a:avLst/>
          </a:prstGeom>
          <a:solidFill>
            <a:srgbClr val="7F7F7F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950">
            <a:extLst>
              <a:ext uri="{FF2B5EF4-FFF2-40B4-BE49-F238E27FC236}">
                <a16:creationId xmlns:a16="http://schemas.microsoft.com/office/drawing/2014/main" id="{DF992E26-6825-42CE-8425-2CAA9340F6F3}"/>
              </a:ext>
            </a:extLst>
          </p:cNvPr>
          <p:cNvSpPr>
            <a:spLocks noEditPoints="1"/>
          </p:cNvSpPr>
          <p:nvPr/>
        </p:nvSpPr>
        <p:spPr bwMode="auto">
          <a:xfrm>
            <a:off x="3753568" y="3389997"/>
            <a:ext cx="220663" cy="285750"/>
          </a:xfrm>
          <a:custGeom>
            <a:avLst/>
            <a:gdLst>
              <a:gd name="T0" fmla="*/ 542 w 553"/>
              <a:gd name="T1" fmla="*/ 205 h 722"/>
              <a:gd name="T2" fmla="*/ 323 w 553"/>
              <a:gd name="T3" fmla="*/ 313 h 722"/>
              <a:gd name="T4" fmla="*/ 312 w 553"/>
              <a:gd name="T5" fmla="*/ 306 h 722"/>
              <a:gd name="T6" fmla="*/ 315 w 553"/>
              <a:gd name="T7" fmla="*/ 293 h 722"/>
              <a:gd name="T8" fmla="*/ 444 w 553"/>
              <a:gd name="T9" fmla="*/ 289 h 722"/>
              <a:gd name="T10" fmla="*/ 455 w 553"/>
              <a:gd name="T11" fmla="*/ 297 h 722"/>
              <a:gd name="T12" fmla="*/ 452 w 553"/>
              <a:gd name="T13" fmla="*/ 310 h 722"/>
              <a:gd name="T14" fmla="*/ 444 w 553"/>
              <a:gd name="T15" fmla="*/ 433 h 722"/>
              <a:gd name="T16" fmla="*/ 315 w 553"/>
              <a:gd name="T17" fmla="*/ 430 h 722"/>
              <a:gd name="T18" fmla="*/ 312 w 553"/>
              <a:gd name="T19" fmla="*/ 417 h 722"/>
              <a:gd name="T20" fmla="*/ 323 w 553"/>
              <a:gd name="T21" fmla="*/ 409 h 722"/>
              <a:gd name="T22" fmla="*/ 452 w 553"/>
              <a:gd name="T23" fmla="*/ 413 h 722"/>
              <a:gd name="T24" fmla="*/ 455 w 553"/>
              <a:gd name="T25" fmla="*/ 426 h 722"/>
              <a:gd name="T26" fmla="*/ 444 w 553"/>
              <a:gd name="T27" fmla="*/ 433 h 722"/>
              <a:gd name="T28" fmla="*/ 318 w 553"/>
              <a:gd name="T29" fmla="*/ 577 h 722"/>
              <a:gd name="T30" fmla="*/ 311 w 553"/>
              <a:gd name="T31" fmla="*/ 566 h 722"/>
              <a:gd name="T32" fmla="*/ 318 w 553"/>
              <a:gd name="T33" fmla="*/ 555 h 722"/>
              <a:gd name="T34" fmla="*/ 449 w 553"/>
              <a:gd name="T35" fmla="*/ 555 h 722"/>
              <a:gd name="T36" fmla="*/ 456 w 553"/>
              <a:gd name="T37" fmla="*/ 566 h 722"/>
              <a:gd name="T38" fmla="*/ 449 w 553"/>
              <a:gd name="T39" fmla="*/ 577 h 722"/>
              <a:gd name="T40" fmla="*/ 194 w 553"/>
              <a:gd name="T41" fmla="*/ 325 h 722"/>
              <a:gd name="T42" fmla="*/ 181 w 553"/>
              <a:gd name="T43" fmla="*/ 327 h 722"/>
              <a:gd name="T44" fmla="*/ 129 w 553"/>
              <a:gd name="T45" fmla="*/ 275 h 722"/>
              <a:gd name="T46" fmla="*/ 132 w 553"/>
              <a:gd name="T47" fmla="*/ 262 h 722"/>
              <a:gd name="T48" fmla="*/ 145 w 553"/>
              <a:gd name="T49" fmla="*/ 260 h 722"/>
              <a:gd name="T50" fmla="*/ 253 w 553"/>
              <a:gd name="T51" fmla="*/ 232 h 722"/>
              <a:gd name="T52" fmla="*/ 267 w 553"/>
              <a:gd name="T53" fmla="*/ 230 h 722"/>
              <a:gd name="T54" fmla="*/ 274 w 553"/>
              <a:gd name="T55" fmla="*/ 240 h 722"/>
              <a:gd name="T56" fmla="*/ 271 w 553"/>
              <a:gd name="T57" fmla="*/ 386 h 722"/>
              <a:gd name="T58" fmla="*/ 186 w 553"/>
              <a:gd name="T59" fmla="*/ 465 h 722"/>
              <a:gd name="T60" fmla="*/ 132 w 553"/>
              <a:gd name="T61" fmla="*/ 415 h 722"/>
              <a:gd name="T62" fmla="*/ 129 w 553"/>
              <a:gd name="T63" fmla="*/ 403 h 722"/>
              <a:gd name="T64" fmla="*/ 140 w 553"/>
              <a:gd name="T65" fmla="*/ 395 h 722"/>
              <a:gd name="T66" fmla="*/ 186 w 553"/>
              <a:gd name="T67" fmla="*/ 436 h 722"/>
              <a:gd name="T68" fmla="*/ 262 w 553"/>
              <a:gd name="T69" fmla="*/ 365 h 722"/>
              <a:gd name="T70" fmla="*/ 273 w 553"/>
              <a:gd name="T71" fmla="*/ 372 h 722"/>
              <a:gd name="T72" fmla="*/ 271 w 553"/>
              <a:gd name="T73" fmla="*/ 386 h 722"/>
              <a:gd name="T74" fmla="*/ 190 w 553"/>
              <a:gd name="T75" fmla="*/ 601 h 722"/>
              <a:gd name="T76" fmla="*/ 178 w 553"/>
              <a:gd name="T77" fmla="*/ 599 h 722"/>
              <a:gd name="T78" fmla="*/ 128 w 553"/>
              <a:gd name="T79" fmla="*/ 545 h 722"/>
              <a:gd name="T80" fmla="*/ 136 w 553"/>
              <a:gd name="T81" fmla="*/ 533 h 722"/>
              <a:gd name="T82" fmla="*/ 149 w 553"/>
              <a:gd name="T83" fmla="*/ 535 h 722"/>
              <a:gd name="T84" fmla="*/ 258 w 553"/>
              <a:gd name="T85" fmla="*/ 502 h 722"/>
              <a:gd name="T86" fmla="*/ 271 w 553"/>
              <a:gd name="T87" fmla="*/ 505 h 722"/>
              <a:gd name="T88" fmla="*/ 273 w 553"/>
              <a:gd name="T89" fmla="*/ 518 h 722"/>
              <a:gd name="T90" fmla="*/ 357 w 553"/>
              <a:gd name="T91" fmla="*/ 3 h 722"/>
              <a:gd name="T92" fmla="*/ 12 w 553"/>
              <a:gd name="T93" fmla="*/ 0 h 722"/>
              <a:gd name="T94" fmla="*/ 1 w 553"/>
              <a:gd name="T95" fmla="*/ 7 h 722"/>
              <a:gd name="T96" fmla="*/ 1 w 553"/>
              <a:gd name="T97" fmla="*/ 715 h 722"/>
              <a:gd name="T98" fmla="*/ 12 w 553"/>
              <a:gd name="T99" fmla="*/ 722 h 722"/>
              <a:gd name="T100" fmla="*/ 550 w 553"/>
              <a:gd name="T101" fmla="*/ 719 h 722"/>
              <a:gd name="T102" fmla="*/ 553 w 553"/>
              <a:gd name="T103" fmla="*/ 205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53" h="722">
                <a:moveTo>
                  <a:pt x="349" y="205"/>
                </a:moveTo>
                <a:lnTo>
                  <a:pt x="349" y="12"/>
                </a:lnTo>
                <a:lnTo>
                  <a:pt x="542" y="205"/>
                </a:lnTo>
                <a:lnTo>
                  <a:pt x="349" y="205"/>
                </a:lnTo>
                <a:close/>
                <a:moveTo>
                  <a:pt x="444" y="313"/>
                </a:moveTo>
                <a:lnTo>
                  <a:pt x="323" y="313"/>
                </a:lnTo>
                <a:lnTo>
                  <a:pt x="318" y="312"/>
                </a:lnTo>
                <a:lnTo>
                  <a:pt x="315" y="310"/>
                </a:lnTo>
                <a:lnTo>
                  <a:pt x="312" y="306"/>
                </a:lnTo>
                <a:lnTo>
                  <a:pt x="311" y="301"/>
                </a:lnTo>
                <a:lnTo>
                  <a:pt x="312" y="297"/>
                </a:lnTo>
                <a:lnTo>
                  <a:pt x="315" y="293"/>
                </a:lnTo>
                <a:lnTo>
                  <a:pt x="318" y="290"/>
                </a:lnTo>
                <a:lnTo>
                  <a:pt x="323" y="289"/>
                </a:lnTo>
                <a:lnTo>
                  <a:pt x="444" y="289"/>
                </a:lnTo>
                <a:lnTo>
                  <a:pt x="449" y="290"/>
                </a:lnTo>
                <a:lnTo>
                  <a:pt x="452" y="293"/>
                </a:lnTo>
                <a:lnTo>
                  <a:pt x="455" y="297"/>
                </a:lnTo>
                <a:lnTo>
                  <a:pt x="456" y="301"/>
                </a:lnTo>
                <a:lnTo>
                  <a:pt x="455" y="306"/>
                </a:lnTo>
                <a:lnTo>
                  <a:pt x="452" y="310"/>
                </a:lnTo>
                <a:lnTo>
                  <a:pt x="449" y="312"/>
                </a:lnTo>
                <a:lnTo>
                  <a:pt x="444" y="313"/>
                </a:lnTo>
                <a:close/>
                <a:moveTo>
                  <a:pt x="444" y="433"/>
                </a:moveTo>
                <a:lnTo>
                  <a:pt x="323" y="433"/>
                </a:lnTo>
                <a:lnTo>
                  <a:pt x="318" y="432"/>
                </a:lnTo>
                <a:lnTo>
                  <a:pt x="315" y="430"/>
                </a:lnTo>
                <a:lnTo>
                  <a:pt x="312" y="426"/>
                </a:lnTo>
                <a:lnTo>
                  <a:pt x="311" y="421"/>
                </a:lnTo>
                <a:lnTo>
                  <a:pt x="312" y="417"/>
                </a:lnTo>
                <a:lnTo>
                  <a:pt x="315" y="413"/>
                </a:lnTo>
                <a:lnTo>
                  <a:pt x="318" y="410"/>
                </a:lnTo>
                <a:lnTo>
                  <a:pt x="323" y="409"/>
                </a:lnTo>
                <a:lnTo>
                  <a:pt x="444" y="409"/>
                </a:lnTo>
                <a:lnTo>
                  <a:pt x="449" y="410"/>
                </a:lnTo>
                <a:lnTo>
                  <a:pt x="452" y="413"/>
                </a:lnTo>
                <a:lnTo>
                  <a:pt x="455" y="417"/>
                </a:lnTo>
                <a:lnTo>
                  <a:pt x="456" y="421"/>
                </a:lnTo>
                <a:lnTo>
                  <a:pt x="455" y="426"/>
                </a:lnTo>
                <a:lnTo>
                  <a:pt x="452" y="430"/>
                </a:lnTo>
                <a:lnTo>
                  <a:pt x="449" y="432"/>
                </a:lnTo>
                <a:lnTo>
                  <a:pt x="444" y="433"/>
                </a:lnTo>
                <a:close/>
                <a:moveTo>
                  <a:pt x="444" y="578"/>
                </a:moveTo>
                <a:lnTo>
                  <a:pt x="323" y="578"/>
                </a:lnTo>
                <a:lnTo>
                  <a:pt x="318" y="577"/>
                </a:lnTo>
                <a:lnTo>
                  <a:pt x="315" y="574"/>
                </a:lnTo>
                <a:lnTo>
                  <a:pt x="312" y="571"/>
                </a:lnTo>
                <a:lnTo>
                  <a:pt x="311" y="566"/>
                </a:lnTo>
                <a:lnTo>
                  <a:pt x="312" y="561"/>
                </a:lnTo>
                <a:lnTo>
                  <a:pt x="315" y="558"/>
                </a:lnTo>
                <a:lnTo>
                  <a:pt x="318" y="555"/>
                </a:lnTo>
                <a:lnTo>
                  <a:pt x="323" y="554"/>
                </a:lnTo>
                <a:lnTo>
                  <a:pt x="444" y="554"/>
                </a:lnTo>
                <a:lnTo>
                  <a:pt x="449" y="555"/>
                </a:lnTo>
                <a:lnTo>
                  <a:pt x="452" y="558"/>
                </a:lnTo>
                <a:lnTo>
                  <a:pt x="455" y="561"/>
                </a:lnTo>
                <a:lnTo>
                  <a:pt x="456" y="566"/>
                </a:lnTo>
                <a:lnTo>
                  <a:pt x="455" y="571"/>
                </a:lnTo>
                <a:lnTo>
                  <a:pt x="452" y="574"/>
                </a:lnTo>
                <a:lnTo>
                  <a:pt x="449" y="577"/>
                </a:lnTo>
                <a:lnTo>
                  <a:pt x="444" y="578"/>
                </a:lnTo>
                <a:close/>
                <a:moveTo>
                  <a:pt x="271" y="249"/>
                </a:moveTo>
                <a:lnTo>
                  <a:pt x="194" y="325"/>
                </a:lnTo>
                <a:lnTo>
                  <a:pt x="190" y="327"/>
                </a:lnTo>
                <a:lnTo>
                  <a:pt x="186" y="328"/>
                </a:lnTo>
                <a:lnTo>
                  <a:pt x="181" y="327"/>
                </a:lnTo>
                <a:lnTo>
                  <a:pt x="178" y="325"/>
                </a:lnTo>
                <a:lnTo>
                  <a:pt x="132" y="280"/>
                </a:lnTo>
                <a:lnTo>
                  <a:pt x="129" y="275"/>
                </a:lnTo>
                <a:lnTo>
                  <a:pt x="128" y="270"/>
                </a:lnTo>
                <a:lnTo>
                  <a:pt x="129" y="266"/>
                </a:lnTo>
                <a:lnTo>
                  <a:pt x="132" y="262"/>
                </a:lnTo>
                <a:lnTo>
                  <a:pt x="136" y="260"/>
                </a:lnTo>
                <a:lnTo>
                  <a:pt x="140" y="259"/>
                </a:lnTo>
                <a:lnTo>
                  <a:pt x="145" y="260"/>
                </a:lnTo>
                <a:lnTo>
                  <a:pt x="149" y="262"/>
                </a:lnTo>
                <a:lnTo>
                  <a:pt x="186" y="299"/>
                </a:lnTo>
                <a:lnTo>
                  <a:pt x="253" y="232"/>
                </a:lnTo>
                <a:lnTo>
                  <a:pt x="258" y="230"/>
                </a:lnTo>
                <a:lnTo>
                  <a:pt x="262" y="229"/>
                </a:lnTo>
                <a:lnTo>
                  <a:pt x="267" y="230"/>
                </a:lnTo>
                <a:lnTo>
                  <a:pt x="271" y="232"/>
                </a:lnTo>
                <a:lnTo>
                  <a:pt x="273" y="236"/>
                </a:lnTo>
                <a:lnTo>
                  <a:pt x="274" y="240"/>
                </a:lnTo>
                <a:lnTo>
                  <a:pt x="273" y="245"/>
                </a:lnTo>
                <a:lnTo>
                  <a:pt x="271" y="249"/>
                </a:lnTo>
                <a:close/>
                <a:moveTo>
                  <a:pt x="271" y="386"/>
                </a:moveTo>
                <a:lnTo>
                  <a:pt x="194" y="461"/>
                </a:lnTo>
                <a:lnTo>
                  <a:pt x="190" y="464"/>
                </a:lnTo>
                <a:lnTo>
                  <a:pt x="186" y="465"/>
                </a:lnTo>
                <a:lnTo>
                  <a:pt x="181" y="464"/>
                </a:lnTo>
                <a:lnTo>
                  <a:pt x="178" y="461"/>
                </a:lnTo>
                <a:lnTo>
                  <a:pt x="132" y="415"/>
                </a:lnTo>
                <a:lnTo>
                  <a:pt x="129" y="411"/>
                </a:lnTo>
                <a:lnTo>
                  <a:pt x="128" y="407"/>
                </a:lnTo>
                <a:lnTo>
                  <a:pt x="129" y="403"/>
                </a:lnTo>
                <a:lnTo>
                  <a:pt x="132" y="399"/>
                </a:lnTo>
                <a:lnTo>
                  <a:pt x="136" y="396"/>
                </a:lnTo>
                <a:lnTo>
                  <a:pt x="140" y="395"/>
                </a:lnTo>
                <a:lnTo>
                  <a:pt x="145" y="396"/>
                </a:lnTo>
                <a:lnTo>
                  <a:pt x="149" y="399"/>
                </a:lnTo>
                <a:lnTo>
                  <a:pt x="186" y="436"/>
                </a:lnTo>
                <a:lnTo>
                  <a:pt x="253" y="368"/>
                </a:lnTo>
                <a:lnTo>
                  <a:pt x="258" y="365"/>
                </a:lnTo>
                <a:lnTo>
                  <a:pt x="262" y="365"/>
                </a:lnTo>
                <a:lnTo>
                  <a:pt x="267" y="365"/>
                </a:lnTo>
                <a:lnTo>
                  <a:pt x="271" y="368"/>
                </a:lnTo>
                <a:lnTo>
                  <a:pt x="273" y="372"/>
                </a:lnTo>
                <a:lnTo>
                  <a:pt x="274" y="376"/>
                </a:lnTo>
                <a:lnTo>
                  <a:pt x="273" y="381"/>
                </a:lnTo>
                <a:lnTo>
                  <a:pt x="271" y="386"/>
                </a:lnTo>
                <a:close/>
                <a:moveTo>
                  <a:pt x="271" y="522"/>
                </a:moveTo>
                <a:lnTo>
                  <a:pt x="194" y="599"/>
                </a:lnTo>
                <a:lnTo>
                  <a:pt x="190" y="601"/>
                </a:lnTo>
                <a:lnTo>
                  <a:pt x="186" y="602"/>
                </a:lnTo>
                <a:lnTo>
                  <a:pt x="181" y="601"/>
                </a:lnTo>
                <a:lnTo>
                  <a:pt x="178" y="599"/>
                </a:lnTo>
                <a:lnTo>
                  <a:pt x="132" y="553"/>
                </a:lnTo>
                <a:lnTo>
                  <a:pt x="129" y="549"/>
                </a:lnTo>
                <a:lnTo>
                  <a:pt x="128" y="545"/>
                </a:lnTo>
                <a:lnTo>
                  <a:pt x="129" y="540"/>
                </a:lnTo>
                <a:lnTo>
                  <a:pt x="132" y="535"/>
                </a:lnTo>
                <a:lnTo>
                  <a:pt x="136" y="533"/>
                </a:lnTo>
                <a:lnTo>
                  <a:pt x="140" y="532"/>
                </a:lnTo>
                <a:lnTo>
                  <a:pt x="145" y="533"/>
                </a:lnTo>
                <a:lnTo>
                  <a:pt x="149" y="535"/>
                </a:lnTo>
                <a:lnTo>
                  <a:pt x="186" y="572"/>
                </a:lnTo>
                <a:lnTo>
                  <a:pt x="253" y="505"/>
                </a:lnTo>
                <a:lnTo>
                  <a:pt x="258" y="502"/>
                </a:lnTo>
                <a:lnTo>
                  <a:pt x="262" y="501"/>
                </a:lnTo>
                <a:lnTo>
                  <a:pt x="267" y="502"/>
                </a:lnTo>
                <a:lnTo>
                  <a:pt x="271" y="505"/>
                </a:lnTo>
                <a:lnTo>
                  <a:pt x="273" y="509"/>
                </a:lnTo>
                <a:lnTo>
                  <a:pt x="274" y="513"/>
                </a:lnTo>
                <a:lnTo>
                  <a:pt x="273" y="518"/>
                </a:lnTo>
                <a:lnTo>
                  <a:pt x="271" y="52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1"/>
                </a:lnTo>
                <a:lnTo>
                  <a:pt x="349" y="0"/>
                </a:ln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2"/>
                </a:lnTo>
                <a:lnTo>
                  <a:pt x="0" y="711"/>
                </a:lnTo>
                <a:lnTo>
                  <a:pt x="1" y="715"/>
                </a:lnTo>
                <a:lnTo>
                  <a:pt x="4" y="719"/>
                </a:lnTo>
                <a:lnTo>
                  <a:pt x="7" y="721"/>
                </a:lnTo>
                <a:lnTo>
                  <a:pt x="12" y="722"/>
                </a:lnTo>
                <a:lnTo>
                  <a:pt x="542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1"/>
                </a:lnTo>
                <a:lnTo>
                  <a:pt x="553" y="205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B5B605F-F62A-49BA-9079-509C90781CCE}"/>
              </a:ext>
            </a:extLst>
          </p:cNvPr>
          <p:cNvGrpSpPr/>
          <p:nvPr/>
        </p:nvGrpSpPr>
        <p:grpSpPr>
          <a:xfrm>
            <a:off x="4578972" y="4909356"/>
            <a:ext cx="239712" cy="285750"/>
            <a:chOff x="5494338" y="1370013"/>
            <a:chExt cx="239712" cy="285750"/>
          </a:xfrm>
          <a:solidFill>
            <a:schemeClr val="bg1"/>
          </a:solidFill>
        </p:grpSpPr>
        <p:sp>
          <p:nvSpPr>
            <p:cNvPr id="29" name="Freeform 961">
              <a:extLst>
                <a:ext uri="{FF2B5EF4-FFF2-40B4-BE49-F238E27FC236}">
                  <a16:creationId xmlns:a16="http://schemas.microsoft.com/office/drawing/2014/main" id="{88ABE40A-D5B7-41C8-A83E-B94B790A1F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62">
              <a:extLst>
                <a:ext uri="{FF2B5EF4-FFF2-40B4-BE49-F238E27FC236}">
                  <a16:creationId xmlns:a16="http://schemas.microsoft.com/office/drawing/2014/main" id="{81A3E1A9-1805-4F8F-8A32-5756687F70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63">
              <a:extLst>
                <a:ext uri="{FF2B5EF4-FFF2-40B4-BE49-F238E27FC236}">
                  <a16:creationId xmlns:a16="http://schemas.microsoft.com/office/drawing/2014/main" id="{456AA9B7-CAC7-4A57-946D-E42CF436F7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964">
              <a:extLst>
                <a:ext uri="{FF2B5EF4-FFF2-40B4-BE49-F238E27FC236}">
                  <a16:creationId xmlns:a16="http://schemas.microsoft.com/office/drawing/2014/main" id="{560B6CFC-E99C-4BF0-A5D2-C8085D173B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4DB52D-35BC-430D-BD17-CBC693E02466}"/>
              </a:ext>
            </a:extLst>
          </p:cNvPr>
          <p:cNvGrpSpPr/>
          <p:nvPr/>
        </p:nvGrpSpPr>
        <p:grpSpPr>
          <a:xfrm>
            <a:off x="4555159" y="1883339"/>
            <a:ext cx="287338" cy="260350"/>
            <a:chOff x="6448425" y="796925"/>
            <a:chExt cx="287338" cy="260350"/>
          </a:xfrm>
          <a:solidFill>
            <a:schemeClr val="bg1"/>
          </a:solidFill>
        </p:grpSpPr>
        <p:sp>
          <p:nvSpPr>
            <p:cNvPr id="34" name="Freeform 3562">
              <a:extLst>
                <a:ext uri="{FF2B5EF4-FFF2-40B4-BE49-F238E27FC236}">
                  <a16:creationId xmlns:a16="http://schemas.microsoft.com/office/drawing/2014/main" id="{FAF14E47-7F49-4BA7-8585-B0E028703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8425" y="796925"/>
              <a:ext cx="277812" cy="161925"/>
            </a:xfrm>
            <a:custGeom>
              <a:avLst/>
              <a:gdLst>
                <a:gd name="T0" fmla="*/ 8 w 701"/>
                <a:gd name="T1" fmla="*/ 285 h 408"/>
                <a:gd name="T2" fmla="*/ 5 w 701"/>
                <a:gd name="T3" fmla="*/ 288 h 408"/>
                <a:gd name="T4" fmla="*/ 2 w 701"/>
                <a:gd name="T5" fmla="*/ 290 h 408"/>
                <a:gd name="T6" fmla="*/ 1 w 701"/>
                <a:gd name="T7" fmla="*/ 293 h 408"/>
                <a:gd name="T8" fmla="*/ 0 w 701"/>
                <a:gd name="T9" fmla="*/ 297 h 408"/>
                <a:gd name="T10" fmla="*/ 1 w 701"/>
                <a:gd name="T11" fmla="*/ 300 h 408"/>
                <a:gd name="T12" fmla="*/ 2 w 701"/>
                <a:gd name="T13" fmla="*/ 303 h 408"/>
                <a:gd name="T14" fmla="*/ 5 w 701"/>
                <a:gd name="T15" fmla="*/ 306 h 408"/>
                <a:gd name="T16" fmla="*/ 8 w 701"/>
                <a:gd name="T17" fmla="*/ 308 h 408"/>
                <a:gd name="T18" fmla="*/ 259 w 701"/>
                <a:gd name="T19" fmla="*/ 408 h 408"/>
                <a:gd name="T20" fmla="*/ 701 w 701"/>
                <a:gd name="T21" fmla="*/ 0 h 408"/>
                <a:gd name="T22" fmla="*/ 8 w 701"/>
                <a:gd name="T23" fmla="*/ 285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1" h="408">
                  <a:moveTo>
                    <a:pt x="8" y="285"/>
                  </a:moveTo>
                  <a:lnTo>
                    <a:pt x="5" y="288"/>
                  </a:lnTo>
                  <a:lnTo>
                    <a:pt x="2" y="290"/>
                  </a:lnTo>
                  <a:lnTo>
                    <a:pt x="1" y="293"/>
                  </a:lnTo>
                  <a:lnTo>
                    <a:pt x="0" y="297"/>
                  </a:lnTo>
                  <a:lnTo>
                    <a:pt x="1" y="300"/>
                  </a:lnTo>
                  <a:lnTo>
                    <a:pt x="2" y="303"/>
                  </a:lnTo>
                  <a:lnTo>
                    <a:pt x="5" y="306"/>
                  </a:lnTo>
                  <a:lnTo>
                    <a:pt x="8" y="308"/>
                  </a:lnTo>
                  <a:lnTo>
                    <a:pt x="259" y="408"/>
                  </a:lnTo>
                  <a:lnTo>
                    <a:pt x="701" y="0"/>
                  </a:lnTo>
                  <a:lnTo>
                    <a:pt x="8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563">
              <a:extLst>
                <a:ext uri="{FF2B5EF4-FFF2-40B4-BE49-F238E27FC236}">
                  <a16:creationId xmlns:a16="http://schemas.microsoft.com/office/drawing/2014/main" id="{C6E7DA52-146D-4723-BC22-DEA5BB942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4788" y="800100"/>
              <a:ext cx="180975" cy="257175"/>
            </a:xfrm>
            <a:custGeom>
              <a:avLst/>
              <a:gdLst>
                <a:gd name="T0" fmla="*/ 0 w 456"/>
                <a:gd name="T1" fmla="*/ 424 h 646"/>
                <a:gd name="T2" fmla="*/ 0 w 456"/>
                <a:gd name="T3" fmla="*/ 635 h 646"/>
                <a:gd name="T4" fmla="*/ 0 w 456"/>
                <a:gd name="T5" fmla="*/ 639 h 646"/>
                <a:gd name="T6" fmla="*/ 3 w 456"/>
                <a:gd name="T7" fmla="*/ 642 h 646"/>
                <a:gd name="T8" fmla="*/ 5 w 456"/>
                <a:gd name="T9" fmla="*/ 645 h 646"/>
                <a:gd name="T10" fmla="*/ 9 w 456"/>
                <a:gd name="T11" fmla="*/ 646 h 646"/>
                <a:gd name="T12" fmla="*/ 11 w 456"/>
                <a:gd name="T13" fmla="*/ 646 h 646"/>
                <a:gd name="T14" fmla="*/ 12 w 456"/>
                <a:gd name="T15" fmla="*/ 646 h 646"/>
                <a:gd name="T16" fmla="*/ 16 w 456"/>
                <a:gd name="T17" fmla="*/ 646 h 646"/>
                <a:gd name="T18" fmla="*/ 18 w 456"/>
                <a:gd name="T19" fmla="*/ 645 h 646"/>
                <a:gd name="T20" fmla="*/ 21 w 456"/>
                <a:gd name="T21" fmla="*/ 644 h 646"/>
                <a:gd name="T22" fmla="*/ 22 w 456"/>
                <a:gd name="T23" fmla="*/ 641 h 646"/>
                <a:gd name="T24" fmla="*/ 126 w 456"/>
                <a:gd name="T25" fmla="*/ 469 h 646"/>
                <a:gd name="T26" fmla="*/ 315 w 456"/>
                <a:gd name="T27" fmla="*/ 569 h 646"/>
                <a:gd name="T28" fmla="*/ 317 w 456"/>
                <a:gd name="T29" fmla="*/ 570 h 646"/>
                <a:gd name="T30" fmla="*/ 320 w 456"/>
                <a:gd name="T31" fmla="*/ 572 h 646"/>
                <a:gd name="T32" fmla="*/ 323 w 456"/>
                <a:gd name="T33" fmla="*/ 570 h 646"/>
                <a:gd name="T34" fmla="*/ 325 w 456"/>
                <a:gd name="T35" fmla="*/ 570 h 646"/>
                <a:gd name="T36" fmla="*/ 329 w 456"/>
                <a:gd name="T37" fmla="*/ 567 h 646"/>
                <a:gd name="T38" fmla="*/ 332 w 456"/>
                <a:gd name="T39" fmla="*/ 561 h 646"/>
                <a:gd name="T40" fmla="*/ 456 w 456"/>
                <a:gd name="T41" fmla="*/ 0 h 646"/>
                <a:gd name="T42" fmla="*/ 0 w 456"/>
                <a:gd name="T43" fmla="*/ 424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6" h="646">
                  <a:moveTo>
                    <a:pt x="0" y="424"/>
                  </a:moveTo>
                  <a:lnTo>
                    <a:pt x="0" y="635"/>
                  </a:lnTo>
                  <a:lnTo>
                    <a:pt x="0" y="639"/>
                  </a:lnTo>
                  <a:lnTo>
                    <a:pt x="3" y="642"/>
                  </a:lnTo>
                  <a:lnTo>
                    <a:pt x="5" y="645"/>
                  </a:lnTo>
                  <a:lnTo>
                    <a:pt x="9" y="646"/>
                  </a:lnTo>
                  <a:lnTo>
                    <a:pt x="11" y="646"/>
                  </a:lnTo>
                  <a:lnTo>
                    <a:pt x="12" y="646"/>
                  </a:lnTo>
                  <a:lnTo>
                    <a:pt x="16" y="646"/>
                  </a:lnTo>
                  <a:lnTo>
                    <a:pt x="18" y="645"/>
                  </a:lnTo>
                  <a:lnTo>
                    <a:pt x="21" y="644"/>
                  </a:lnTo>
                  <a:lnTo>
                    <a:pt x="22" y="641"/>
                  </a:lnTo>
                  <a:lnTo>
                    <a:pt x="126" y="469"/>
                  </a:lnTo>
                  <a:lnTo>
                    <a:pt x="315" y="569"/>
                  </a:lnTo>
                  <a:lnTo>
                    <a:pt x="317" y="570"/>
                  </a:lnTo>
                  <a:lnTo>
                    <a:pt x="320" y="572"/>
                  </a:lnTo>
                  <a:lnTo>
                    <a:pt x="323" y="570"/>
                  </a:lnTo>
                  <a:lnTo>
                    <a:pt x="325" y="570"/>
                  </a:lnTo>
                  <a:lnTo>
                    <a:pt x="329" y="567"/>
                  </a:lnTo>
                  <a:lnTo>
                    <a:pt x="332" y="561"/>
                  </a:lnTo>
                  <a:lnTo>
                    <a:pt x="456" y="0"/>
                  </a:lnTo>
                  <a:lnTo>
                    <a:pt x="0" y="4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" name="TextBox 47">
            <a:extLst>
              <a:ext uri="{FF2B5EF4-FFF2-40B4-BE49-F238E27FC236}">
                <a16:creationId xmlns:a16="http://schemas.microsoft.com/office/drawing/2014/main" id="{ADD28621-C404-41A6-85D1-1C963A241234}"/>
              </a:ext>
            </a:extLst>
          </p:cNvPr>
          <p:cNvSpPr txBox="1"/>
          <p:nvPr/>
        </p:nvSpPr>
        <p:spPr>
          <a:xfrm>
            <a:off x="187780" y="1474905"/>
            <a:ext cx="3917936" cy="107721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bg1"/>
                </a:solidFill>
              </a:rPr>
              <a:t>Grow the female base: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introduce female focused channels to target the female base. 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 Women’s month to run more female content </a:t>
            </a:r>
            <a:r>
              <a:rPr lang="en-US" sz="1400" dirty="0" err="1">
                <a:solidFill>
                  <a:schemeClr val="bg1"/>
                </a:solidFill>
              </a:rPr>
              <a:t>campaings</a:t>
            </a:r>
            <a:r>
              <a:rPr lang="en-US" sz="1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38" name="TextBox 47">
            <a:extLst>
              <a:ext uri="{FF2B5EF4-FFF2-40B4-BE49-F238E27FC236}">
                <a16:creationId xmlns:a16="http://schemas.microsoft.com/office/drawing/2014/main" id="{468E2C47-3170-4264-A8DB-61C9DD65CB3F}"/>
              </a:ext>
            </a:extLst>
          </p:cNvPr>
          <p:cNvSpPr txBox="1"/>
          <p:nvPr/>
        </p:nvSpPr>
        <p:spPr>
          <a:xfrm>
            <a:off x="304800" y="3418949"/>
            <a:ext cx="3114675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bg1"/>
                </a:solidFill>
              </a:rPr>
              <a:t>Weekend -youth</a:t>
            </a:r>
          </a:p>
        </p:txBody>
      </p:sp>
      <p:sp>
        <p:nvSpPr>
          <p:cNvPr id="37" name="TextBox 47">
            <a:extLst>
              <a:ext uri="{FF2B5EF4-FFF2-40B4-BE49-F238E27FC236}">
                <a16:creationId xmlns:a16="http://schemas.microsoft.com/office/drawing/2014/main" id="{CEDCE8FF-73B3-4C37-B751-F7E83288982A}"/>
              </a:ext>
            </a:extLst>
          </p:cNvPr>
          <p:cNvSpPr txBox="1"/>
          <p:nvPr/>
        </p:nvSpPr>
        <p:spPr>
          <a:xfrm>
            <a:off x="65314" y="4836787"/>
            <a:ext cx="4040401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bg1"/>
                </a:solidFill>
              </a:rPr>
              <a:t>Deploy agents to advertise Bright Tv on provinces with less Subscribers(</a:t>
            </a:r>
            <a:r>
              <a:rPr lang="en-US" sz="1400" dirty="0" err="1">
                <a:solidFill>
                  <a:schemeClr val="bg1"/>
                </a:solidFill>
              </a:rPr>
              <a:t>Northen</a:t>
            </a:r>
            <a:r>
              <a:rPr lang="en-US" sz="1400" dirty="0">
                <a:solidFill>
                  <a:schemeClr val="bg1"/>
                </a:solidFill>
              </a:rPr>
              <a:t> cape, Limpopo,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12F29F0-E19B-43BF-BEF3-D4A48B394F58}"/>
              </a:ext>
            </a:extLst>
          </p:cNvPr>
          <p:cNvSpPr/>
          <p:nvPr/>
        </p:nvSpPr>
        <p:spPr>
          <a:xfrm>
            <a:off x="9709706" y="1410623"/>
            <a:ext cx="2482294" cy="3772838"/>
          </a:xfrm>
          <a:custGeom>
            <a:avLst/>
            <a:gdLst>
              <a:gd name="connsiteX0" fmla="*/ 1886419 w 2482294"/>
              <a:gd name="connsiteY0" fmla="*/ 0 h 3772838"/>
              <a:gd name="connsiteX1" fmla="*/ 2109942 w 2482294"/>
              <a:gd name="connsiteY1" fmla="*/ 92586 h 3772838"/>
              <a:gd name="connsiteX2" fmla="*/ 2482294 w 2482294"/>
              <a:gd name="connsiteY2" fmla="*/ 464938 h 3772838"/>
              <a:gd name="connsiteX3" fmla="*/ 2482294 w 2482294"/>
              <a:gd name="connsiteY3" fmla="*/ 3307900 h 3772838"/>
              <a:gd name="connsiteX4" fmla="*/ 2109942 w 2482294"/>
              <a:gd name="connsiteY4" fmla="*/ 3680252 h 3772838"/>
              <a:gd name="connsiteX5" fmla="*/ 1662896 w 2482294"/>
              <a:gd name="connsiteY5" fmla="*/ 3680252 h 3772838"/>
              <a:gd name="connsiteX6" fmla="*/ 92586 w 2482294"/>
              <a:gd name="connsiteY6" fmla="*/ 2109942 h 3772838"/>
              <a:gd name="connsiteX7" fmla="*/ 92586 w 2482294"/>
              <a:gd name="connsiteY7" fmla="*/ 1662896 h 3772838"/>
              <a:gd name="connsiteX8" fmla="*/ 1662896 w 2482294"/>
              <a:gd name="connsiteY8" fmla="*/ 92586 h 3772838"/>
              <a:gd name="connsiteX9" fmla="*/ 1886419 w 2482294"/>
              <a:gd name="connsiteY9" fmla="*/ 0 h 377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82294" h="3772838">
                <a:moveTo>
                  <a:pt x="1886419" y="0"/>
                </a:moveTo>
                <a:cubicBezTo>
                  <a:pt x="1967318" y="0"/>
                  <a:pt x="2048218" y="30862"/>
                  <a:pt x="2109942" y="92586"/>
                </a:cubicBezTo>
                <a:lnTo>
                  <a:pt x="2482294" y="464938"/>
                </a:lnTo>
                <a:lnTo>
                  <a:pt x="2482294" y="3307900"/>
                </a:lnTo>
                <a:lnTo>
                  <a:pt x="2109942" y="3680252"/>
                </a:lnTo>
                <a:cubicBezTo>
                  <a:pt x="1986494" y="3803700"/>
                  <a:pt x="1786344" y="3803700"/>
                  <a:pt x="1662896" y="3680252"/>
                </a:cubicBezTo>
                <a:lnTo>
                  <a:pt x="92586" y="2109942"/>
                </a:lnTo>
                <a:cubicBezTo>
                  <a:pt x="-30862" y="1986494"/>
                  <a:pt x="-30862" y="1786344"/>
                  <a:pt x="92586" y="1662896"/>
                </a:cubicBezTo>
                <a:lnTo>
                  <a:pt x="1662896" y="92586"/>
                </a:lnTo>
                <a:cubicBezTo>
                  <a:pt x="1724620" y="30862"/>
                  <a:pt x="1805520" y="0"/>
                  <a:pt x="1886419" y="0"/>
                </a:cubicBez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558C64-5F19-44FD-B6CB-6995E80A6FA2}"/>
              </a:ext>
            </a:extLst>
          </p:cNvPr>
          <p:cNvGrpSpPr/>
          <p:nvPr/>
        </p:nvGrpSpPr>
        <p:grpSpPr>
          <a:xfrm>
            <a:off x="5715000" y="1545599"/>
            <a:ext cx="5715000" cy="4605002"/>
            <a:chOff x="631829" y="3155370"/>
            <a:chExt cx="3458504" cy="278677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03C21F7-6F42-4001-9105-1392AB928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883" y="5538847"/>
              <a:ext cx="1174880" cy="372175"/>
            </a:xfrm>
            <a:custGeom>
              <a:avLst/>
              <a:gdLst>
                <a:gd name="T0" fmla="*/ 3037 w 3628"/>
                <a:gd name="T1" fmla="*/ 0 h 1149"/>
                <a:gd name="T2" fmla="*/ 1837 w 3628"/>
                <a:gd name="T3" fmla="*/ 0 h 1149"/>
                <a:gd name="T4" fmla="*/ 1792 w 3628"/>
                <a:gd name="T5" fmla="*/ 0 h 1149"/>
                <a:gd name="T6" fmla="*/ 591 w 3628"/>
                <a:gd name="T7" fmla="*/ 0 h 1149"/>
                <a:gd name="T8" fmla="*/ 592 w 3628"/>
                <a:gd name="T9" fmla="*/ 108 h 1149"/>
                <a:gd name="T10" fmla="*/ 594 w 3628"/>
                <a:gd name="T11" fmla="*/ 214 h 1149"/>
                <a:gd name="T12" fmla="*/ 598 w 3628"/>
                <a:gd name="T13" fmla="*/ 317 h 1149"/>
                <a:gd name="T14" fmla="*/ 600 w 3628"/>
                <a:gd name="T15" fmla="*/ 419 h 1149"/>
                <a:gd name="T16" fmla="*/ 600 w 3628"/>
                <a:gd name="T17" fmla="*/ 468 h 1149"/>
                <a:gd name="T18" fmla="*/ 599 w 3628"/>
                <a:gd name="T19" fmla="*/ 516 h 1149"/>
                <a:gd name="T20" fmla="*/ 597 w 3628"/>
                <a:gd name="T21" fmla="*/ 564 h 1149"/>
                <a:gd name="T22" fmla="*/ 594 w 3628"/>
                <a:gd name="T23" fmla="*/ 610 h 1149"/>
                <a:gd name="T24" fmla="*/ 590 w 3628"/>
                <a:gd name="T25" fmla="*/ 654 h 1149"/>
                <a:gd name="T26" fmla="*/ 584 w 3628"/>
                <a:gd name="T27" fmla="*/ 698 h 1149"/>
                <a:gd name="T28" fmla="*/ 576 w 3628"/>
                <a:gd name="T29" fmla="*/ 740 h 1149"/>
                <a:gd name="T30" fmla="*/ 567 w 3628"/>
                <a:gd name="T31" fmla="*/ 780 h 1149"/>
                <a:gd name="T32" fmla="*/ 554 w 3628"/>
                <a:gd name="T33" fmla="*/ 820 h 1149"/>
                <a:gd name="T34" fmla="*/ 540 w 3628"/>
                <a:gd name="T35" fmla="*/ 857 h 1149"/>
                <a:gd name="T36" fmla="*/ 524 w 3628"/>
                <a:gd name="T37" fmla="*/ 892 h 1149"/>
                <a:gd name="T38" fmla="*/ 504 w 3628"/>
                <a:gd name="T39" fmla="*/ 925 h 1149"/>
                <a:gd name="T40" fmla="*/ 482 w 3628"/>
                <a:gd name="T41" fmla="*/ 958 h 1149"/>
                <a:gd name="T42" fmla="*/ 458 w 3628"/>
                <a:gd name="T43" fmla="*/ 986 h 1149"/>
                <a:gd name="T44" fmla="*/ 429 w 3628"/>
                <a:gd name="T45" fmla="*/ 1014 h 1149"/>
                <a:gd name="T46" fmla="*/ 398 w 3628"/>
                <a:gd name="T47" fmla="*/ 1039 h 1149"/>
                <a:gd name="T48" fmla="*/ 363 w 3628"/>
                <a:gd name="T49" fmla="*/ 1062 h 1149"/>
                <a:gd name="T50" fmla="*/ 323 w 3628"/>
                <a:gd name="T51" fmla="*/ 1081 h 1149"/>
                <a:gd name="T52" fmla="*/ 281 w 3628"/>
                <a:gd name="T53" fmla="*/ 1100 h 1149"/>
                <a:gd name="T54" fmla="*/ 233 w 3628"/>
                <a:gd name="T55" fmla="*/ 1115 h 1149"/>
                <a:gd name="T56" fmla="*/ 182 w 3628"/>
                <a:gd name="T57" fmla="*/ 1128 h 1149"/>
                <a:gd name="T58" fmla="*/ 127 w 3628"/>
                <a:gd name="T59" fmla="*/ 1137 h 1149"/>
                <a:gd name="T60" fmla="*/ 66 w 3628"/>
                <a:gd name="T61" fmla="*/ 1144 h 1149"/>
                <a:gd name="T62" fmla="*/ 0 w 3628"/>
                <a:gd name="T63" fmla="*/ 1149 h 1149"/>
                <a:gd name="T64" fmla="*/ 1792 w 3628"/>
                <a:gd name="T65" fmla="*/ 1149 h 1149"/>
                <a:gd name="T66" fmla="*/ 1837 w 3628"/>
                <a:gd name="T67" fmla="*/ 1149 h 1149"/>
                <a:gd name="T68" fmla="*/ 3628 w 3628"/>
                <a:gd name="T69" fmla="*/ 1149 h 1149"/>
                <a:gd name="T70" fmla="*/ 3563 w 3628"/>
                <a:gd name="T71" fmla="*/ 1144 h 1149"/>
                <a:gd name="T72" fmla="*/ 3503 w 3628"/>
                <a:gd name="T73" fmla="*/ 1137 h 1149"/>
                <a:gd name="T74" fmla="*/ 3446 w 3628"/>
                <a:gd name="T75" fmla="*/ 1128 h 1149"/>
                <a:gd name="T76" fmla="*/ 3395 w 3628"/>
                <a:gd name="T77" fmla="*/ 1115 h 1149"/>
                <a:gd name="T78" fmla="*/ 3349 w 3628"/>
                <a:gd name="T79" fmla="*/ 1100 h 1149"/>
                <a:gd name="T80" fmla="*/ 3306 w 3628"/>
                <a:gd name="T81" fmla="*/ 1081 h 1149"/>
                <a:gd name="T82" fmla="*/ 3266 w 3628"/>
                <a:gd name="T83" fmla="*/ 1062 h 1149"/>
                <a:gd name="T84" fmla="*/ 3231 w 3628"/>
                <a:gd name="T85" fmla="*/ 1039 h 1149"/>
                <a:gd name="T86" fmla="*/ 3199 w 3628"/>
                <a:gd name="T87" fmla="*/ 1014 h 1149"/>
                <a:gd name="T88" fmla="*/ 3172 w 3628"/>
                <a:gd name="T89" fmla="*/ 986 h 1149"/>
                <a:gd name="T90" fmla="*/ 3146 w 3628"/>
                <a:gd name="T91" fmla="*/ 958 h 1149"/>
                <a:gd name="T92" fmla="*/ 3124 w 3628"/>
                <a:gd name="T93" fmla="*/ 925 h 1149"/>
                <a:gd name="T94" fmla="*/ 3104 w 3628"/>
                <a:gd name="T95" fmla="*/ 892 h 1149"/>
                <a:gd name="T96" fmla="*/ 3088 w 3628"/>
                <a:gd name="T97" fmla="*/ 857 h 1149"/>
                <a:gd name="T98" fmla="*/ 3074 w 3628"/>
                <a:gd name="T99" fmla="*/ 820 h 1149"/>
                <a:gd name="T100" fmla="*/ 3063 w 3628"/>
                <a:gd name="T101" fmla="*/ 780 h 1149"/>
                <a:gd name="T102" fmla="*/ 3053 w 3628"/>
                <a:gd name="T103" fmla="*/ 740 h 1149"/>
                <a:gd name="T104" fmla="*/ 3045 w 3628"/>
                <a:gd name="T105" fmla="*/ 698 h 1149"/>
                <a:gd name="T106" fmla="*/ 3040 w 3628"/>
                <a:gd name="T107" fmla="*/ 654 h 1149"/>
                <a:gd name="T108" fmla="*/ 3035 w 3628"/>
                <a:gd name="T109" fmla="*/ 610 h 1149"/>
                <a:gd name="T110" fmla="*/ 3031 w 3628"/>
                <a:gd name="T111" fmla="*/ 564 h 1149"/>
                <a:gd name="T112" fmla="*/ 3030 w 3628"/>
                <a:gd name="T113" fmla="*/ 516 h 1149"/>
                <a:gd name="T114" fmla="*/ 3029 w 3628"/>
                <a:gd name="T115" fmla="*/ 468 h 1149"/>
                <a:gd name="T116" fmla="*/ 3029 w 3628"/>
                <a:gd name="T117" fmla="*/ 419 h 1149"/>
                <a:gd name="T118" fmla="*/ 3030 w 3628"/>
                <a:gd name="T119" fmla="*/ 317 h 1149"/>
                <a:gd name="T120" fmla="*/ 3034 w 3628"/>
                <a:gd name="T121" fmla="*/ 214 h 1149"/>
                <a:gd name="T122" fmla="*/ 3036 w 3628"/>
                <a:gd name="T123" fmla="*/ 108 h 1149"/>
                <a:gd name="T124" fmla="*/ 3037 w 3628"/>
                <a:gd name="T125" fmla="*/ 0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28" h="1149">
                  <a:moveTo>
                    <a:pt x="3037" y="0"/>
                  </a:moveTo>
                  <a:lnTo>
                    <a:pt x="1837" y="0"/>
                  </a:lnTo>
                  <a:lnTo>
                    <a:pt x="1792" y="0"/>
                  </a:lnTo>
                  <a:lnTo>
                    <a:pt x="591" y="0"/>
                  </a:lnTo>
                  <a:lnTo>
                    <a:pt x="592" y="108"/>
                  </a:lnTo>
                  <a:lnTo>
                    <a:pt x="594" y="214"/>
                  </a:lnTo>
                  <a:lnTo>
                    <a:pt x="598" y="317"/>
                  </a:lnTo>
                  <a:lnTo>
                    <a:pt x="600" y="419"/>
                  </a:lnTo>
                  <a:lnTo>
                    <a:pt x="600" y="468"/>
                  </a:lnTo>
                  <a:lnTo>
                    <a:pt x="599" y="516"/>
                  </a:lnTo>
                  <a:lnTo>
                    <a:pt x="597" y="564"/>
                  </a:lnTo>
                  <a:lnTo>
                    <a:pt x="594" y="610"/>
                  </a:lnTo>
                  <a:lnTo>
                    <a:pt x="590" y="654"/>
                  </a:lnTo>
                  <a:lnTo>
                    <a:pt x="584" y="698"/>
                  </a:lnTo>
                  <a:lnTo>
                    <a:pt x="576" y="740"/>
                  </a:lnTo>
                  <a:lnTo>
                    <a:pt x="567" y="780"/>
                  </a:lnTo>
                  <a:lnTo>
                    <a:pt x="554" y="820"/>
                  </a:lnTo>
                  <a:lnTo>
                    <a:pt x="540" y="857"/>
                  </a:lnTo>
                  <a:lnTo>
                    <a:pt x="524" y="892"/>
                  </a:lnTo>
                  <a:lnTo>
                    <a:pt x="504" y="925"/>
                  </a:lnTo>
                  <a:lnTo>
                    <a:pt x="482" y="958"/>
                  </a:lnTo>
                  <a:lnTo>
                    <a:pt x="458" y="986"/>
                  </a:lnTo>
                  <a:lnTo>
                    <a:pt x="429" y="1014"/>
                  </a:lnTo>
                  <a:lnTo>
                    <a:pt x="398" y="1039"/>
                  </a:lnTo>
                  <a:lnTo>
                    <a:pt x="363" y="1062"/>
                  </a:lnTo>
                  <a:lnTo>
                    <a:pt x="323" y="1081"/>
                  </a:lnTo>
                  <a:lnTo>
                    <a:pt x="281" y="1100"/>
                  </a:lnTo>
                  <a:lnTo>
                    <a:pt x="233" y="1115"/>
                  </a:lnTo>
                  <a:lnTo>
                    <a:pt x="182" y="1128"/>
                  </a:lnTo>
                  <a:lnTo>
                    <a:pt x="127" y="1137"/>
                  </a:lnTo>
                  <a:lnTo>
                    <a:pt x="66" y="1144"/>
                  </a:lnTo>
                  <a:lnTo>
                    <a:pt x="0" y="1149"/>
                  </a:lnTo>
                  <a:lnTo>
                    <a:pt x="1792" y="1149"/>
                  </a:lnTo>
                  <a:lnTo>
                    <a:pt x="1837" y="1149"/>
                  </a:lnTo>
                  <a:lnTo>
                    <a:pt x="3628" y="1149"/>
                  </a:lnTo>
                  <a:lnTo>
                    <a:pt x="3563" y="1144"/>
                  </a:lnTo>
                  <a:lnTo>
                    <a:pt x="3503" y="1137"/>
                  </a:lnTo>
                  <a:lnTo>
                    <a:pt x="3446" y="1128"/>
                  </a:lnTo>
                  <a:lnTo>
                    <a:pt x="3395" y="1115"/>
                  </a:lnTo>
                  <a:lnTo>
                    <a:pt x="3349" y="1100"/>
                  </a:lnTo>
                  <a:lnTo>
                    <a:pt x="3306" y="1081"/>
                  </a:lnTo>
                  <a:lnTo>
                    <a:pt x="3266" y="1062"/>
                  </a:lnTo>
                  <a:lnTo>
                    <a:pt x="3231" y="1039"/>
                  </a:lnTo>
                  <a:lnTo>
                    <a:pt x="3199" y="1014"/>
                  </a:lnTo>
                  <a:lnTo>
                    <a:pt x="3172" y="986"/>
                  </a:lnTo>
                  <a:lnTo>
                    <a:pt x="3146" y="958"/>
                  </a:lnTo>
                  <a:lnTo>
                    <a:pt x="3124" y="925"/>
                  </a:lnTo>
                  <a:lnTo>
                    <a:pt x="3104" y="892"/>
                  </a:lnTo>
                  <a:lnTo>
                    <a:pt x="3088" y="857"/>
                  </a:lnTo>
                  <a:lnTo>
                    <a:pt x="3074" y="820"/>
                  </a:lnTo>
                  <a:lnTo>
                    <a:pt x="3063" y="780"/>
                  </a:lnTo>
                  <a:lnTo>
                    <a:pt x="3053" y="740"/>
                  </a:lnTo>
                  <a:lnTo>
                    <a:pt x="3045" y="698"/>
                  </a:lnTo>
                  <a:lnTo>
                    <a:pt x="3040" y="654"/>
                  </a:lnTo>
                  <a:lnTo>
                    <a:pt x="3035" y="610"/>
                  </a:lnTo>
                  <a:lnTo>
                    <a:pt x="3031" y="564"/>
                  </a:lnTo>
                  <a:lnTo>
                    <a:pt x="3030" y="516"/>
                  </a:lnTo>
                  <a:lnTo>
                    <a:pt x="3029" y="468"/>
                  </a:lnTo>
                  <a:lnTo>
                    <a:pt x="3029" y="419"/>
                  </a:lnTo>
                  <a:lnTo>
                    <a:pt x="3030" y="317"/>
                  </a:lnTo>
                  <a:lnTo>
                    <a:pt x="3034" y="214"/>
                  </a:lnTo>
                  <a:lnTo>
                    <a:pt x="3036" y="108"/>
                  </a:lnTo>
                  <a:lnTo>
                    <a:pt x="303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77000">
                  <a:schemeClr val="bg1">
                    <a:lumMod val="85000"/>
                  </a:schemeClr>
                </a:gs>
                <a:gs pos="37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ADD212-C9EC-4549-BFBC-540585A96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103" y="5908428"/>
              <a:ext cx="1190442" cy="33717"/>
            </a:xfrm>
            <a:custGeom>
              <a:avLst/>
              <a:gdLst>
                <a:gd name="T0" fmla="*/ 53 w 3673"/>
                <a:gd name="T1" fmla="*/ 0 h 105"/>
                <a:gd name="T2" fmla="*/ 3621 w 3673"/>
                <a:gd name="T3" fmla="*/ 0 h 105"/>
                <a:gd name="T4" fmla="*/ 3631 w 3673"/>
                <a:gd name="T5" fmla="*/ 2 h 105"/>
                <a:gd name="T6" fmla="*/ 3640 w 3673"/>
                <a:gd name="T7" fmla="*/ 5 h 105"/>
                <a:gd name="T8" fmla="*/ 3650 w 3673"/>
                <a:gd name="T9" fmla="*/ 10 h 105"/>
                <a:gd name="T10" fmla="*/ 3658 w 3673"/>
                <a:gd name="T11" fmla="*/ 15 h 105"/>
                <a:gd name="T12" fmla="*/ 3664 w 3673"/>
                <a:gd name="T13" fmla="*/ 24 h 105"/>
                <a:gd name="T14" fmla="*/ 3668 w 3673"/>
                <a:gd name="T15" fmla="*/ 33 h 105"/>
                <a:gd name="T16" fmla="*/ 3672 w 3673"/>
                <a:gd name="T17" fmla="*/ 42 h 105"/>
                <a:gd name="T18" fmla="*/ 3673 w 3673"/>
                <a:gd name="T19" fmla="*/ 53 h 105"/>
                <a:gd name="T20" fmla="*/ 3673 w 3673"/>
                <a:gd name="T21" fmla="*/ 53 h 105"/>
                <a:gd name="T22" fmla="*/ 3672 w 3673"/>
                <a:gd name="T23" fmla="*/ 63 h 105"/>
                <a:gd name="T24" fmla="*/ 3668 w 3673"/>
                <a:gd name="T25" fmla="*/ 73 h 105"/>
                <a:gd name="T26" fmla="*/ 3664 w 3673"/>
                <a:gd name="T27" fmla="*/ 81 h 105"/>
                <a:gd name="T28" fmla="*/ 3658 w 3673"/>
                <a:gd name="T29" fmla="*/ 90 h 105"/>
                <a:gd name="T30" fmla="*/ 3650 w 3673"/>
                <a:gd name="T31" fmla="*/ 95 h 105"/>
                <a:gd name="T32" fmla="*/ 3640 w 3673"/>
                <a:gd name="T33" fmla="*/ 100 h 105"/>
                <a:gd name="T34" fmla="*/ 3631 w 3673"/>
                <a:gd name="T35" fmla="*/ 103 h 105"/>
                <a:gd name="T36" fmla="*/ 3621 w 3673"/>
                <a:gd name="T37" fmla="*/ 105 h 105"/>
                <a:gd name="T38" fmla="*/ 53 w 3673"/>
                <a:gd name="T39" fmla="*/ 105 h 105"/>
                <a:gd name="T40" fmla="*/ 42 w 3673"/>
                <a:gd name="T41" fmla="*/ 103 h 105"/>
                <a:gd name="T42" fmla="*/ 32 w 3673"/>
                <a:gd name="T43" fmla="*/ 100 h 105"/>
                <a:gd name="T44" fmla="*/ 24 w 3673"/>
                <a:gd name="T45" fmla="*/ 95 h 105"/>
                <a:gd name="T46" fmla="*/ 16 w 3673"/>
                <a:gd name="T47" fmla="*/ 90 h 105"/>
                <a:gd name="T48" fmla="*/ 9 w 3673"/>
                <a:gd name="T49" fmla="*/ 81 h 105"/>
                <a:gd name="T50" fmla="*/ 4 w 3673"/>
                <a:gd name="T51" fmla="*/ 73 h 105"/>
                <a:gd name="T52" fmla="*/ 2 w 3673"/>
                <a:gd name="T53" fmla="*/ 63 h 105"/>
                <a:gd name="T54" fmla="*/ 0 w 3673"/>
                <a:gd name="T55" fmla="*/ 53 h 105"/>
                <a:gd name="T56" fmla="*/ 0 w 3673"/>
                <a:gd name="T57" fmla="*/ 53 h 105"/>
                <a:gd name="T58" fmla="*/ 2 w 3673"/>
                <a:gd name="T59" fmla="*/ 42 h 105"/>
                <a:gd name="T60" fmla="*/ 4 w 3673"/>
                <a:gd name="T61" fmla="*/ 33 h 105"/>
                <a:gd name="T62" fmla="*/ 9 w 3673"/>
                <a:gd name="T63" fmla="*/ 24 h 105"/>
                <a:gd name="T64" fmla="*/ 16 w 3673"/>
                <a:gd name="T65" fmla="*/ 15 h 105"/>
                <a:gd name="T66" fmla="*/ 24 w 3673"/>
                <a:gd name="T67" fmla="*/ 10 h 105"/>
                <a:gd name="T68" fmla="*/ 32 w 3673"/>
                <a:gd name="T69" fmla="*/ 5 h 105"/>
                <a:gd name="T70" fmla="*/ 42 w 3673"/>
                <a:gd name="T71" fmla="*/ 2 h 105"/>
                <a:gd name="T72" fmla="*/ 53 w 3673"/>
                <a:gd name="T7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73" h="105">
                  <a:moveTo>
                    <a:pt x="53" y="0"/>
                  </a:moveTo>
                  <a:lnTo>
                    <a:pt x="3621" y="0"/>
                  </a:lnTo>
                  <a:lnTo>
                    <a:pt x="3631" y="2"/>
                  </a:lnTo>
                  <a:lnTo>
                    <a:pt x="3640" y="5"/>
                  </a:lnTo>
                  <a:lnTo>
                    <a:pt x="3650" y="10"/>
                  </a:lnTo>
                  <a:lnTo>
                    <a:pt x="3658" y="15"/>
                  </a:lnTo>
                  <a:lnTo>
                    <a:pt x="3664" y="24"/>
                  </a:lnTo>
                  <a:lnTo>
                    <a:pt x="3668" y="33"/>
                  </a:lnTo>
                  <a:lnTo>
                    <a:pt x="3672" y="42"/>
                  </a:lnTo>
                  <a:lnTo>
                    <a:pt x="3673" y="53"/>
                  </a:lnTo>
                  <a:lnTo>
                    <a:pt x="3673" y="53"/>
                  </a:lnTo>
                  <a:lnTo>
                    <a:pt x="3672" y="63"/>
                  </a:lnTo>
                  <a:lnTo>
                    <a:pt x="3668" y="73"/>
                  </a:lnTo>
                  <a:lnTo>
                    <a:pt x="3664" y="81"/>
                  </a:lnTo>
                  <a:lnTo>
                    <a:pt x="3658" y="90"/>
                  </a:lnTo>
                  <a:lnTo>
                    <a:pt x="3650" y="95"/>
                  </a:lnTo>
                  <a:lnTo>
                    <a:pt x="3640" y="100"/>
                  </a:lnTo>
                  <a:lnTo>
                    <a:pt x="3631" y="103"/>
                  </a:lnTo>
                  <a:lnTo>
                    <a:pt x="3621" y="105"/>
                  </a:lnTo>
                  <a:lnTo>
                    <a:pt x="53" y="105"/>
                  </a:lnTo>
                  <a:lnTo>
                    <a:pt x="42" y="103"/>
                  </a:lnTo>
                  <a:lnTo>
                    <a:pt x="32" y="100"/>
                  </a:lnTo>
                  <a:lnTo>
                    <a:pt x="24" y="95"/>
                  </a:lnTo>
                  <a:lnTo>
                    <a:pt x="16" y="90"/>
                  </a:lnTo>
                  <a:lnTo>
                    <a:pt x="9" y="81"/>
                  </a:lnTo>
                  <a:lnTo>
                    <a:pt x="4" y="73"/>
                  </a:lnTo>
                  <a:lnTo>
                    <a:pt x="2" y="6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42"/>
                  </a:lnTo>
                  <a:lnTo>
                    <a:pt x="4" y="33"/>
                  </a:lnTo>
                  <a:lnTo>
                    <a:pt x="9" y="24"/>
                  </a:lnTo>
                  <a:lnTo>
                    <a:pt x="16" y="15"/>
                  </a:lnTo>
                  <a:lnTo>
                    <a:pt x="24" y="10"/>
                  </a:lnTo>
                  <a:lnTo>
                    <a:pt x="32" y="5"/>
                  </a:lnTo>
                  <a:lnTo>
                    <a:pt x="42" y="2"/>
                  </a:lnTo>
                  <a:lnTo>
                    <a:pt x="53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44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791EF4-39E0-4615-B2DA-2533EE29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9" y="3155370"/>
              <a:ext cx="3458504" cy="2397742"/>
            </a:xfrm>
            <a:custGeom>
              <a:avLst/>
              <a:gdLst>
                <a:gd name="T0" fmla="*/ 10459 w 10666"/>
                <a:gd name="T1" fmla="*/ 0 h 7397"/>
                <a:gd name="T2" fmla="*/ 10500 w 10666"/>
                <a:gd name="T3" fmla="*/ 5 h 7397"/>
                <a:gd name="T4" fmla="*/ 10539 w 10666"/>
                <a:gd name="T5" fmla="*/ 16 h 7397"/>
                <a:gd name="T6" fmla="*/ 10575 w 10666"/>
                <a:gd name="T7" fmla="*/ 36 h 7397"/>
                <a:gd name="T8" fmla="*/ 10605 w 10666"/>
                <a:gd name="T9" fmla="*/ 61 h 7397"/>
                <a:gd name="T10" fmla="*/ 10630 w 10666"/>
                <a:gd name="T11" fmla="*/ 91 h 7397"/>
                <a:gd name="T12" fmla="*/ 10650 w 10666"/>
                <a:gd name="T13" fmla="*/ 127 h 7397"/>
                <a:gd name="T14" fmla="*/ 10661 w 10666"/>
                <a:gd name="T15" fmla="*/ 166 h 7397"/>
                <a:gd name="T16" fmla="*/ 10666 w 10666"/>
                <a:gd name="T17" fmla="*/ 207 h 7397"/>
                <a:gd name="T18" fmla="*/ 10665 w 10666"/>
                <a:gd name="T19" fmla="*/ 7211 h 7397"/>
                <a:gd name="T20" fmla="*/ 10657 w 10666"/>
                <a:gd name="T21" fmla="*/ 7251 h 7397"/>
                <a:gd name="T22" fmla="*/ 10641 w 10666"/>
                <a:gd name="T23" fmla="*/ 7288 h 7397"/>
                <a:gd name="T24" fmla="*/ 10619 w 10666"/>
                <a:gd name="T25" fmla="*/ 7321 h 7397"/>
                <a:gd name="T26" fmla="*/ 10591 w 10666"/>
                <a:gd name="T27" fmla="*/ 7350 h 7397"/>
                <a:gd name="T28" fmla="*/ 10557 w 10666"/>
                <a:gd name="T29" fmla="*/ 7372 h 7397"/>
                <a:gd name="T30" fmla="*/ 10520 w 10666"/>
                <a:gd name="T31" fmla="*/ 7388 h 7397"/>
                <a:gd name="T32" fmla="*/ 10480 w 10666"/>
                <a:gd name="T33" fmla="*/ 7396 h 7397"/>
                <a:gd name="T34" fmla="*/ 207 w 10666"/>
                <a:gd name="T35" fmla="*/ 7397 h 7397"/>
                <a:gd name="T36" fmla="*/ 165 w 10666"/>
                <a:gd name="T37" fmla="*/ 7393 h 7397"/>
                <a:gd name="T38" fmla="*/ 126 w 10666"/>
                <a:gd name="T39" fmla="*/ 7381 h 7397"/>
                <a:gd name="T40" fmla="*/ 91 w 10666"/>
                <a:gd name="T41" fmla="*/ 7361 h 7397"/>
                <a:gd name="T42" fmla="*/ 60 w 10666"/>
                <a:gd name="T43" fmla="*/ 7336 h 7397"/>
                <a:gd name="T44" fmla="*/ 34 w 10666"/>
                <a:gd name="T45" fmla="*/ 7306 h 7397"/>
                <a:gd name="T46" fmla="*/ 16 w 10666"/>
                <a:gd name="T47" fmla="*/ 7270 h 7397"/>
                <a:gd name="T48" fmla="*/ 3 w 10666"/>
                <a:gd name="T49" fmla="*/ 7232 h 7397"/>
                <a:gd name="T50" fmla="*/ 0 w 10666"/>
                <a:gd name="T51" fmla="*/ 7190 h 7397"/>
                <a:gd name="T52" fmla="*/ 1 w 10666"/>
                <a:gd name="T53" fmla="*/ 186 h 7397"/>
                <a:gd name="T54" fmla="*/ 9 w 10666"/>
                <a:gd name="T55" fmla="*/ 146 h 7397"/>
                <a:gd name="T56" fmla="*/ 24 w 10666"/>
                <a:gd name="T57" fmla="*/ 109 h 7397"/>
                <a:gd name="T58" fmla="*/ 47 w 10666"/>
                <a:gd name="T59" fmla="*/ 75 h 7397"/>
                <a:gd name="T60" fmla="*/ 75 w 10666"/>
                <a:gd name="T61" fmla="*/ 47 h 7397"/>
                <a:gd name="T62" fmla="*/ 108 w 10666"/>
                <a:gd name="T63" fmla="*/ 25 h 7397"/>
                <a:gd name="T64" fmla="*/ 146 w 10666"/>
                <a:gd name="T65" fmla="*/ 9 h 7397"/>
                <a:gd name="T66" fmla="*/ 186 w 10666"/>
                <a:gd name="T67" fmla="*/ 1 h 7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666" h="7397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7190"/>
                  </a:lnTo>
                  <a:lnTo>
                    <a:pt x="10665" y="7211"/>
                  </a:lnTo>
                  <a:lnTo>
                    <a:pt x="10661" y="7232"/>
                  </a:lnTo>
                  <a:lnTo>
                    <a:pt x="10657" y="7251"/>
                  </a:lnTo>
                  <a:lnTo>
                    <a:pt x="10650" y="7270"/>
                  </a:lnTo>
                  <a:lnTo>
                    <a:pt x="10641" y="7288"/>
                  </a:lnTo>
                  <a:lnTo>
                    <a:pt x="10630" y="7306"/>
                  </a:lnTo>
                  <a:lnTo>
                    <a:pt x="10619" y="7321"/>
                  </a:lnTo>
                  <a:lnTo>
                    <a:pt x="10605" y="7336"/>
                  </a:lnTo>
                  <a:lnTo>
                    <a:pt x="10591" y="7350"/>
                  </a:lnTo>
                  <a:lnTo>
                    <a:pt x="10575" y="7361"/>
                  </a:lnTo>
                  <a:lnTo>
                    <a:pt x="10557" y="7372"/>
                  </a:lnTo>
                  <a:lnTo>
                    <a:pt x="10539" y="7381"/>
                  </a:lnTo>
                  <a:lnTo>
                    <a:pt x="10520" y="7388"/>
                  </a:lnTo>
                  <a:lnTo>
                    <a:pt x="10500" y="7393"/>
                  </a:lnTo>
                  <a:lnTo>
                    <a:pt x="10480" y="7396"/>
                  </a:lnTo>
                  <a:lnTo>
                    <a:pt x="10459" y="7397"/>
                  </a:lnTo>
                  <a:lnTo>
                    <a:pt x="207" y="7397"/>
                  </a:lnTo>
                  <a:lnTo>
                    <a:pt x="186" y="7396"/>
                  </a:lnTo>
                  <a:lnTo>
                    <a:pt x="165" y="7393"/>
                  </a:lnTo>
                  <a:lnTo>
                    <a:pt x="146" y="7388"/>
                  </a:lnTo>
                  <a:lnTo>
                    <a:pt x="126" y="7381"/>
                  </a:lnTo>
                  <a:lnTo>
                    <a:pt x="108" y="7372"/>
                  </a:lnTo>
                  <a:lnTo>
                    <a:pt x="91" y="7361"/>
                  </a:lnTo>
                  <a:lnTo>
                    <a:pt x="75" y="7350"/>
                  </a:lnTo>
                  <a:lnTo>
                    <a:pt x="60" y="7336"/>
                  </a:lnTo>
                  <a:lnTo>
                    <a:pt x="47" y="7321"/>
                  </a:lnTo>
                  <a:lnTo>
                    <a:pt x="34" y="7306"/>
                  </a:lnTo>
                  <a:lnTo>
                    <a:pt x="24" y="7288"/>
                  </a:lnTo>
                  <a:lnTo>
                    <a:pt x="16" y="7270"/>
                  </a:lnTo>
                  <a:lnTo>
                    <a:pt x="9" y="7251"/>
                  </a:lnTo>
                  <a:lnTo>
                    <a:pt x="3" y="7232"/>
                  </a:lnTo>
                  <a:lnTo>
                    <a:pt x="1" y="7211"/>
                  </a:lnTo>
                  <a:lnTo>
                    <a:pt x="0" y="7190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A2C0B88-74DA-45C0-BA2B-E2D1881F6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9" y="3155370"/>
              <a:ext cx="3458504" cy="2086515"/>
            </a:xfrm>
            <a:custGeom>
              <a:avLst/>
              <a:gdLst>
                <a:gd name="T0" fmla="*/ 207 w 10666"/>
                <a:gd name="T1" fmla="*/ 0 h 6436"/>
                <a:gd name="T2" fmla="*/ 10459 w 10666"/>
                <a:gd name="T3" fmla="*/ 0 h 6436"/>
                <a:gd name="T4" fmla="*/ 10480 w 10666"/>
                <a:gd name="T5" fmla="*/ 1 h 6436"/>
                <a:gd name="T6" fmla="*/ 10500 w 10666"/>
                <a:gd name="T7" fmla="*/ 5 h 6436"/>
                <a:gd name="T8" fmla="*/ 10520 w 10666"/>
                <a:gd name="T9" fmla="*/ 9 h 6436"/>
                <a:gd name="T10" fmla="*/ 10539 w 10666"/>
                <a:gd name="T11" fmla="*/ 16 h 6436"/>
                <a:gd name="T12" fmla="*/ 10557 w 10666"/>
                <a:gd name="T13" fmla="*/ 25 h 6436"/>
                <a:gd name="T14" fmla="*/ 10575 w 10666"/>
                <a:gd name="T15" fmla="*/ 36 h 6436"/>
                <a:gd name="T16" fmla="*/ 10591 w 10666"/>
                <a:gd name="T17" fmla="*/ 47 h 6436"/>
                <a:gd name="T18" fmla="*/ 10605 w 10666"/>
                <a:gd name="T19" fmla="*/ 61 h 6436"/>
                <a:gd name="T20" fmla="*/ 10619 w 10666"/>
                <a:gd name="T21" fmla="*/ 75 h 6436"/>
                <a:gd name="T22" fmla="*/ 10630 w 10666"/>
                <a:gd name="T23" fmla="*/ 91 h 6436"/>
                <a:gd name="T24" fmla="*/ 10641 w 10666"/>
                <a:gd name="T25" fmla="*/ 109 h 6436"/>
                <a:gd name="T26" fmla="*/ 10650 w 10666"/>
                <a:gd name="T27" fmla="*/ 127 h 6436"/>
                <a:gd name="T28" fmla="*/ 10657 w 10666"/>
                <a:gd name="T29" fmla="*/ 146 h 6436"/>
                <a:gd name="T30" fmla="*/ 10661 w 10666"/>
                <a:gd name="T31" fmla="*/ 166 h 6436"/>
                <a:gd name="T32" fmla="*/ 10665 w 10666"/>
                <a:gd name="T33" fmla="*/ 186 h 6436"/>
                <a:gd name="T34" fmla="*/ 10666 w 10666"/>
                <a:gd name="T35" fmla="*/ 207 h 6436"/>
                <a:gd name="T36" fmla="*/ 10666 w 10666"/>
                <a:gd name="T37" fmla="*/ 6436 h 6436"/>
                <a:gd name="T38" fmla="*/ 0 w 10666"/>
                <a:gd name="T39" fmla="*/ 6436 h 6436"/>
                <a:gd name="T40" fmla="*/ 0 w 10666"/>
                <a:gd name="T41" fmla="*/ 207 h 6436"/>
                <a:gd name="T42" fmla="*/ 1 w 10666"/>
                <a:gd name="T43" fmla="*/ 186 h 6436"/>
                <a:gd name="T44" fmla="*/ 3 w 10666"/>
                <a:gd name="T45" fmla="*/ 166 h 6436"/>
                <a:gd name="T46" fmla="*/ 9 w 10666"/>
                <a:gd name="T47" fmla="*/ 146 h 6436"/>
                <a:gd name="T48" fmla="*/ 16 w 10666"/>
                <a:gd name="T49" fmla="*/ 127 h 6436"/>
                <a:gd name="T50" fmla="*/ 24 w 10666"/>
                <a:gd name="T51" fmla="*/ 109 h 6436"/>
                <a:gd name="T52" fmla="*/ 34 w 10666"/>
                <a:gd name="T53" fmla="*/ 91 h 6436"/>
                <a:gd name="T54" fmla="*/ 47 w 10666"/>
                <a:gd name="T55" fmla="*/ 75 h 6436"/>
                <a:gd name="T56" fmla="*/ 60 w 10666"/>
                <a:gd name="T57" fmla="*/ 61 h 6436"/>
                <a:gd name="T58" fmla="*/ 75 w 10666"/>
                <a:gd name="T59" fmla="*/ 47 h 6436"/>
                <a:gd name="T60" fmla="*/ 91 w 10666"/>
                <a:gd name="T61" fmla="*/ 36 h 6436"/>
                <a:gd name="T62" fmla="*/ 108 w 10666"/>
                <a:gd name="T63" fmla="*/ 25 h 6436"/>
                <a:gd name="T64" fmla="*/ 126 w 10666"/>
                <a:gd name="T65" fmla="*/ 16 h 6436"/>
                <a:gd name="T66" fmla="*/ 146 w 10666"/>
                <a:gd name="T67" fmla="*/ 9 h 6436"/>
                <a:gd name="T68" fmla="*/ 165 w 10666"/>
                <a:gd name="T69" fmla="*/ 5 h 6436"/>
                <a:gd name="T70" fmla="*/ 186 w 10666"/>
                <a:gd name="T71" fmla="*/ 1 h 6436"/>
                <a:gd name="T72" fmla="*/ 207 w 10666"/>
                <a:gd name="T73" fmla="*/ 0 h 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666" h="6436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6436"/>
                  </a:lnTo>
                  <a:lnTo>
                    <a:pt x="0" y="6436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9A22C5B2-38A3-42BA-A2A5-9C226BBCF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13" y="3290235"/>
              <a:ext cx="3205633" cy="18167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DCBA333A-EC40-4F75-8BEA-578C20AC3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13" y="3290235"/>
              <a:ext cx="3205633" cy="3371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D9EE697-72E5-4550-BEC8-BBC473AAE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333" y="5052556"/>
              <a:ext cx="1531494" cy="54465"/>
            </a:xfrm>
            <a:custGeom>
              <a:avLst/>
              <a:gdLst>
                <a:gd name="T0" fmla="*/ 112 w 4724"/>
                <a:gd name="T1" fmla="*/ 0 h 169"/>
                <a:gd name="T2" fmla="*/ 4569 w 4724"/>
                <a:gd name="T3" fmla="*/ 0 h 169"/>
                <a:gd name="T4" fmla="*/ 4724 w 4724"/>
                <a:gd name="T5" fmla="*/ 169 h 169"/>
                <a:gd name="T6" fmla="*/ 0 w 4724"/>
                <a:gd name="T7" fmla="*/ 169 h 169"/>
                <a:gd name="T8" fmla="*/ 112 w 4724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24" h="169">
                  <a:moveTo>
                    <a:pt x="112" y="0"/>
                  </a:moveTo>
                  <a:lnTo>
                    <a:pt x="4569" y="0"/>
                  </a:lnTo>
                  <a:lnTo>
                    <a:pt x="4724" y="169"/>
                  </a:lnTo>
                  <a:lnTo>
                    <a:pt x="0" y="169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BD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BB6FC8DA-FF34-4385-94AD-1D87B3EE0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259" y="3155370"/>
              <a:ext cx="1901074" cy="2045019"/>
            </a:xfrm>
            <a:custGeom>
              <a:avLst/>
              <a:gdLst>
                <a:gd name="T0" fmla="*/ 3815 w 5865"/>
                <a:gd name="T1" fmla="*/ 0 h 6311"/>
                <a:gd name="T2" fmla="*/ 5660 w 5865"/>
                <a:gd name="T3" fmla="*/ 0 h 6311"/>
                <a:gd name="T4" fmla="*/ 5681 w 5865"/>
                <a:gd name="T5" fmla="*/ 1 h 6311"/>
                <a:gd name="T6" fmla="*/ 5702 w 5865"/>
                <a:gd name="T7" fmla="*/ 4 h 6311"/>
                <a:gd name="T8" fmla="*/ 5721 w 5865"/>
                <a:gd name="T9" fmla="*/ 9 h 6311"/>
                <a:gd name="T10" fmla="*/ 5740 w 5865"/>
                <a:gd name="T11" fmla="*/ 16 h 6311"/>
                <a:gd name="T12" fmla="*/ 5758 w 5865"/>
                <a:gd name="T13" fmla="*/ 24 h 6311"/>
                <a:gd name="T14" fmla="*/ 5775 w 5865"/>
                <a:gd name="T15" fmla="*/ 34 h 6311"/>
                <a:gd name="T16" fmla="*/ 5791 w 5865"/>
                <a:gd name="T17" fmla="*/ 46 h 6311"/>
                <a:gd name="T18" fmla="*/ 5805 w 5865"/>
                <a:gd name="T19" fmla="*/ 60 h 6311"/>
                <a:gd name="T20" fmla="*/ 5819 w 5865"/>
                <a:gd name="T21" fmla="*/ 74 h 6311"/>
                <a:gd name="T22" fmla="*/ 5830 w 5865"/>
                <a:gd name="T23" fmla="*/ 90 h 6311"/>
                <a:gd name="T24" fmla="*/ 5841 w 5865"/>
                <a:gd name="T25" fmla="*/ 106 h 6311"/>
                <a:gd name="T26" fmla="*/ 5849 w 5865"/>
                <a:gd name="T27" fmla="*/ 125 h 6311"/>
                <a:gd name="T28" fmla="*/ 5856 w 5865"/>
                <a:gd name="T29" fmla="*/ 143 h 6311"/>
                <a:gd name="T30" fmla="*/ 5861 w 5865"/>
                <a:gd name="T31" fmla="*/ 163 h 6311"/>
                <a:gd name="T32" fmla="*/ 5864 w 5865"/>
                <a:gd name="T33" fmla="*/ 182 h 6311"/>
                <a:gd name="T34" fmla="*/ 5865 w 5865"/>
                <a:gd name="T35" fmla="*/ 203 h 6311"/>
                <a:gd name="T36" fmla="*/ 5865 w 5865"/>
                <a:gd name="T37" fmla="*/ 6311 h 6311"/>
                <a:gd name="T38" fmla="*/ 0 w 5865"/>
                <a:gd name="T39" fmla="*/ 6311 h 6311"/>
                <a:gd name="T40" fmla="*/ 3815 w 5865"/>
                <a:gd name="T41" fmla="*/ 0 h 6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65" h="6311">
                  <a:moveTo>
                    <a:pt x="3815" y="0"/>
                  </a:moveTo>
                  <a:lnTo>
                    <a:pt x="5660" y="0"/>
                  </a:lnTo>
                  <a:lnTo>
                    <a:pt x="5681" y="1"/>
                  </a:lnTo>
                  <a:lnTo>
                    <a:pt x="5702" y="4"/>
                  </a:lnTo>
                  <a:lnTo>
                    <a:pt x="5721" y="9"/>
                  </a:lnTo>
                  <a:lnTo>
                    <a:pt x="5740" y="16"/>
                  </a:lnTo>
                  <a:lnTo>
                    <a:pt x="5758" y="24"/>
                  </a:lnTo>
                  <a:lnTo>
                    <a:pt x="5775" y="34"/>
                  </a:lnTo>
                  <a:lnTo>
                    <a:pt x="5791" y="46"/>
                  </a:lnTo>
                  <a:lnTo>
                    <a:pt x="5805" y="60"/>
                  </a:lnTo>
                  <a:lnTo>
                    <a:pt x="5819" y="74"/>
                  </a:lnTo>
                  <a:lnTo>
                    <a:pt x="5830" y="90"/>
                  </a:lnTo>
                  <a:lnTo>
                    <a:pt x="5841" y="106"/>
                  </a:lnTo>
                  <a:lnTo>
                    <a:pt x="5849" y="125"/>
                  </a:lnTo>
                  <a:lnTo>
                    <a:pt x="5856" y="143"/>
                  </a:lnTo>
                  <a:lnTo>
                    <a:pt x="5861" y="163"/>
                  </a:lnTo>
                  <a:lnTo>
                    <a:pt x="5864" y="182"/>
                  </a:lnTo>
                  <a:lnTo>
                    <a:pt x="5865" y="203"/>
                  </a:lnTo>
                  <a:lnTo>
                    <a:pt x="5865" y="6311"/>
                  </a:lnTo>
                  <a:lnTo>
                    <a:pt x="0" y="6311"/>
                  </a:lnTo>
                  <a:lnTo>
                    <a:pt x="3815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36000"/>
                  </a:schemeClr>
                </a:gs>
                <a:gs pos="50000">
                  <a:schemeClr val="bg1">
                    <a:alpha val="13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6F4CA26-D2F0-4BB4-90D9-BDD68DA84DE4}"/>
              </a:ext>
            </a:extLst>
          </p:cNvPr>
          <p:cNvSpPr/>
          <p:nvPr/>
        </p:nvSpPr>
        <p:spPr>
          <a:xfrm>
            <a:off x="0" y="4664061"/>
            <a:ext cx="747365" cy="1640222"/>
          </a:xfrm>
          <a:custGeom>
            <a:avLst/>
            <a:gdLst>
              <a:gd name="connsiteX0" fmla="*/ 0 w 747365"/>
              <a:gd name="connsiteY0" fmla="*/ 0 h 1640222"/>
              <a:gd name="connsiteX1" fmla="*/ 695927 w 747365"/>
              <a:gd name="connsiteY1" fmla="*/ 695927 h 1640222"/>
              <a:gd name="connsiteX2" fmla="*/ 695927 w 747365"/>
              <a:gd name="connsiteY2" fmla="*/ 944295 h 1640222"/>
              <a:gd name="connsiteX3" fmla="*/ 0 w 747365"/>
              <a:gd name="connsiteY3" fmla="*/ 1640222 h 1640222"/>
              <a:gd name="connsiteX4" fmla="*/ 0 w 747365"/>
              <a:gd name="connsiteY4" fmla="*/ 0 h 1640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365" h="1640222">
                <a:moveTo>
                  <a:pt x="0" y="0"/>
                </a:moveTo>
                <a:lnTo>
                  <a:pt x="695927" y="695927"/>
                </a:lnTo>
                <a:cubicBezTo>
                  <a:pt x="764512" y="764512"/>
                  <a:pt x="764512" y="875710"/>
                  <a:pt x="695927" y="944295"/>
                </a:cubicBezTo>
                <a:lnTo>
                  <a:pt x="0" y="1640222"/>
                </a:lnTo>
                <a:lnTo>
                  <a:pt x="0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854" y="2020995"/>
            <a:ext cx="3212829" cy="253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80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7" t="9748" r="23853" b="5877"/>
          <a:stretch/>
        </p:blipFill>
        <p:spPr>
          <a:xfrm>
            <a:off x="3048000" y="1"/>
            <a:ext cx="6096000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</a:extLst>
          </p:cNvPr>
          <p:cNvSpPr/>
          <p:nvPr/>
        </p:nvSpPr>
        <p:spPr>
          <a:xfrm>
            <a:off x="3048000" y="0"/>
            <a:ext cx="6096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5D1319-7BD4-47DE-B3DF-55B655BB34C4}"/>
              </a:ext>
            </a:extLst>
          </p:cNvPr>
          <p:cNvSpPr/>
          <p:nvPr/>
        </p:nvSpPr>
        <p:spPr>
          <a:xfrm rot="18900000">
            <a:off x="4167699" y="1500699"/>
            <a:ext cx="3856602" cy="3856602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4443963" y="2274840"/>
            <a:ext cx="3304076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</a:extLst>
          </p:cNvPr>
          <p:cNvSpPr/>
          <p:nvPr/>
        </p:nvSpPr>
        <p:spPr>
          <a:xfrm rot="18900000">
            <a:off x="3681074" y="4409266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ED9FB-5603-488F-827B-05F43B91C25A}"/>
              </a:ext>
            </a:extLst>
          </p:cNvPr>
          <p:cNvSpPr/>
          <p:nvPr/>
        </p:nvSpPr>
        <p:spPr>
          <a:xfrm rot="18900000">
            <a:off x="5424287" y="621132"/>
            <a:ext cx="1343428" cy="1343428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AA70618-CDC0-4C13-8EE9-54ABCDECF7CC}"/>
              </a:ext>
            </a:extLst>
          </p:cNvPr>
          <p:cNvSpPr/>
          <p:nvPr/>
        </p:nvSpPr>
        <p:spPr>
          <a:xfrm>
            <a:off x="6699988" y="5809950"/>
            <a:ext cx="2096100" cy="1048050"/>
          </a:xfrm>
          <a:custGeom>
            <a:avLst/>
            <a:gdLst>
              <a:gd name="connsiteX0" fmla="*/ 1048050 w 2096100"/>
              <a:gd name="connsiteY0" fmla="*/ 0 h 1048050"/>
              <a:gd name="connsiteX1" fmla="*/ 1172234 w 2096100"/>
              <a:gd name="connsiteY1" fmla="*/ 51439 h 1048050"/>
              <a:gd name="connsiteX2" fmla="*/ 2044661 w 2096100"/>
              <a:gd name="connsiteY2" fmla="*/ 923866 h 1048050"/>
              <a:gd name="connsiteX3" fmla="*/ 2096100 w 2096100"/>
              <a:gd name="connsiteY3" fmla="*/ 1048050 h 1048050"/>
              <a:gd name="connsiteX4" fmla="*/ 0 w 2096100"/>
              <a:gd name="connsiteY4" fmla="*/ 1048050 h 1048050"/>
              <a:gd name="connsiteX5" fmla="*/ 51439 w 2096100"/>
              <a:gd name="connsiteY5" fmla="*/ 923866 h 1048050"/>
              <a:gd name="connsiteX6" fmla="*/ 923866 w 2096100"/>
              <a:gd name="connsiteY6" fmla="*/ 51439 h 1048050"/>
              <a:gd name="connsiteX7" fmla="*/ 1048050 w 2096100"/>
              <a:gd name="connsiteY7" fmla="*/ 0 h 10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6100" h="1048050">
                <a:moveTo>
                  <a:pt x="1048050" y="0"/>
                </a:moveTo>
                <a:cubicBezTo>
                  <a:pt x="1092996" y="0"/>
                  <a:pt x="1137942" y="17146"/>
                  <a:pt x="1172234" y="51439"/>
                </a:cubicBezTo>
                <a:lnTo>
                  <a:pt x="2044661" y="923866"/>
                </a:lnTo>
                <a:cubicBezTo>
                  <a:pt x="2078954" y="958158"/>
                  <a:pt x="2096100" y="1003104"/>
                  <a:pt x="2096100" y="1048050"/>
                </a:cubicBezTo>
                <a:lnTo>
                  <a:pt x="0" y="1048050"/>
                </a:lnTo>
                <a:cubicBezTo>
                  <a:pt x="0" y="1003104"/>
                  <a:pt x="17147" y="958158"/>
                  <a:pt x="51439" y="923866"/>
                </a:cubicBezTo>
                <a:lnTo>
                  <a:pt x="923866" y="51439"/>
                </a:lnTo>
                <a:cubicBezTo>
                  <a:pt x="958159" y="17146"/>
                  <a:pt x="1003104" y="0"/>
                  <a:pt x="104805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7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37777"/>
      </a:accent1>
      <a:accent2>
        <a:srgbClr val="64A4CA"/>
      </a:accent2>
      <a:accent3>
        <a:srgbClr val="F2C232"/>
      </a:accent3>
      <a:accent4>
        <a:srgbClr val="66C5F3"/>
      </a:accent4>
      <a:accent5>
        <a:srgbClr val="E37777"/>
      </a:accent5>
      <a:accent6>
        <a:srgbClr val="64A4CA"/>
      </a:accent6>
      <a:hlink>
        <a:srgbClr val="0563C1"/>
      </a:hlink>
      <a:folHlink>
        <a:srgbClr val="954F72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183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Segoe UI Light</vt:lpstr>
      <vt:lpstr>Office Theme</vt:lpstr>
      <vt:lpstr>PowerPoint Presentation</vt:lpstr>
      <vt:lpstr>Bright Tv at a glance </vt:lpstr>
      <vt:lpstr>Agenda</vt:lpstr>
      <vt:lpstr>Who is watching</vt:lpstr>
      <vt:lpstr>When they Watch</vt:lpstr>
      <vt:lpstr>What they watch</vt:lpstr>
      <vt:lpstr>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Nugroho Ade</dc:creator>
  <cp:lastModifiedBy>Jeffrey Tsoili</cp:lastModifiedBy>
  <cp:revision>203</cp:revision>
  <dcterms:created xsi:type="dcterms:W3CDTF">2018-02-12T03:40:49Z</dcterms:created>
  <dcterms:modified xsi:type="dcterms:W3CDTF">2026-08-15T20:38:50Z</dcterms:modified>
</cp:coreProperties>
</file>